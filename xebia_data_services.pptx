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media/image12.svg" ContentType="image/svg+xml"/>
  <Override PartName="/ppt/media/image2.svg" ContentType="image/svg+xml"/>
  <Override PartName="/ppt/media/image4.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4"/>
  </p:sldMasterIdLst>
  <p:notesMasterIdLst>
    <p:notesMasterId r:id="rId57"/>
  </p:notesMasterIdLst>
  <p:handoutMasterIdLst>
    <p:handoutMasterId r:id="rId58"/>
  </p:handout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 id="270" r:id="rId26"/>
  </p:sldIdLst>
  <p:sldSz cx="12192000" cy="6858000"/>
  <p:notesSz cx="10287000" cy="18288000"/>
  <p:defaultTextStyle>
    <a:lvl1pPr marL="0" algn="l" defTabSz="609478" rtl="0" eaLnBrk="1" latinLnBrk="0" hangingPunct="1">
      <a:defRPr sz="1200" kern="1200">
        <a:solidFill>
          <a:schemeClr val="tx1"/>
        </a:solidFill>
        <a:latin typeface="+mn-lt"/>
        <a:ea typeface="+mn-ea"/>
        <a:cs typeface="+mn-cs"/>
      </a:defRPr>
    </a:lvl1pPr>
    <a:lvl2pPr marL="304740" algn="l" defTabSz="609478" rtl="0" eaLnBrk="1" latinLnBrk="0" hangingPunct="1">
      <a:defRPr sz="1200" kern="1200">
        <a:solidFill>
          <a:schemeClr val="tx1"/>
        </a:solidFill>
        <a:latin typeface="+mn-lt"/>
        <a:ea typeface="+mn-ea"/>
        <a:cs typeface="+mn-cs"/>
      </a:defRPr>
    </a:lvl2pPr>
    <a:lvl3pPr marL="609478" algn="l" defTabSz="609478" rtl="0" eaLnBrk="1" latinLnBrk="0" hangingPunct="1">
      <a:defRPr sz="1200" kern="1200">
        <a:solidFill>
          <a:schemeClr val="tx1"/>
        </a:solidFill>
        <a:latin typeface="+mn-lt"/>
        <a:ea typeface="+mn-ea"/>
        <a:cs typeface="+mn-cs"/>
      </a:defRPr>
    </a:lvl3pPr>
    <a:lvl4pPr marL="914218" algn="l" defTabSz="609478" rtl="0" eaLnBrk="1" latinLnBrk="0" hangingPunct="1">
      <a:defRPr sz="1200" kern="1200">
        <a:solidFill>
          <a:schemeClr val="tx1"/>
        </a:solidFill>
        <a:latin typeface="+mn-lt"/>
        <a:ea typeface="+mn-ea"/>
        <a:cs typeface="+mn-cs"/>
      </a:defRPr>
    </a:lvl4pPr>
    <a:lvl5pPr marL="1218956" algn="l" defTabSz="609478" rtl="0" eaLnBrk="1" latinLnBrk="0" hangingPunct="1">
      <a:defRPr sz="1200" kern="1200">
        <a:solidFill>
          <a:schemeClr val="tx1"/>
        </a:solidFill>
        <a:latin typeface="+mn-lt"/>
        <a:ea typeface="+mn-ea"/>
        <a:cs typeface="+mn-cs"/>
      </a:defRPr>
    </a:lvl5pPr>
    <a:lvl6pPr marL="1523696" algn="l" defTabSz="609478" rtl="0" eaLnBrk="1" latinLnBrk="0" hangingPunct="1">
      <a:defRPr sz="1200" kern="1200">
        <a:solidFill>
          <a:schemeClr val="tx1"/>
        </a:solidFill>
        <a:latin typeface="+mn-lt"/>
        <a:ea typeface="+mn-ea"/>
        <a:cs typeface="+mn-cs"/>
      </a:defRPr>
    </a:lvl6pPr>
    <a:lvl7pPr marL="1828434" algn="l" defTabSz="609478" rtl="0" eaLnBrk="1" latinLnBrk="0" hangingPunct="1">
      <a:defRPr sz="1200" kern="1200">
        <a:solidFill>
          <a:schemeClr val="tx1"/>
        </a:solidFill>
        <a:latin typeface="+mn-lt"/>
        <a:ea typeface="+mn-ea"/>
        <a:cs typeface="+mn-cs"/>
      </a:defRPr>
    </a:lvl7pPr>
    <a:lvl8pPr marL="2133174" algn="l" defTabSz="609478" rtl="0" eaLnBrk="1" latinLnBrk="0" hangingPunct="1">
      <a:defRPr sz="1200" kern="1200">
        <a:solidFill>
          <a:schemeClr val="tx1"/>
        </a:solidFill>
        <a:latin typeface="+mn-lt"/>
        <a:ea typeface="+mn-ea"/>
        <a:cs typeface="+mn-cs"/>
      </a:defRPr>
    </a:lvl8pPr>
    <a:lvl9pPr marL="2437912" algn="l" defTabSz="609478" rtl="0" eaLnBrk="1" latinLnBrk="0" hangingPunct="1">
      <a:defRPr sz="1200" kern="1200">
        <a:solidFill>
          <a:schemeClr val="tx1"/>
        </a:solidFill>
        <a:latin typeface="+mn-lt"/>
        <a:ea typeface="+mn-ea"/>
        <a:cs typeface="+mn-cs"/>
      </a:defRPr>
    </a:lvl9pPr>
  </p:defaultTextStyle>
  <p:extLst>
    <p:ext uri="{EFAFB233-063F-42B5-8137-9DF3F51BA10A}">
      <p15:sldGuideLst xmlns:p15="http://schemas.microsoft.com/office/powerpoint/2012/main">
        <p15:guide id="6" pos="5715" userDrawn="1">
          <p15:clr>
            <a:srgbClr val="C35EA4"/>
          </p15:clr>
        </p15:guide>
        <p15:guide id="16" orient="horz" pos="216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AD1DD04-C5FD-94C6-942F-FC19663E153E}" name="Keith Landis" initials="KL" userId="S::Keith.Landis@xebia.com::be88549e-5056-4b20-a8c2-abbab650c9cd" providerId="AD"/>
  <p188:author id="{4003255B-E0A8-CDE7-4756-6494A662B0A3}" name="Fran Merino" initials="" userId="S::fran.merino@xebia.com::4a550a66-bf4e-4c62-9cc7-b230b19eda35" providerId="AD"/>
  <p188:author id="{D3E99CA8-DB74-B9AC-8BED-625D321BB1DD}" name="Tomasz Czyżkowski" initials="TC" userId="S::tomasz.czyzkowski@xebia.com::0f10d365-7050-47ba-84cb-307015e3c41b"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D49ED4"/>
    <a:srgbClr val="C57EC6"/>
    <a:srgbClr val="B75EB8"/>
    <a:srgbClr val="621563"/>
    <a:srgbClr val="150027"/>
    <a:srgbClr val="78787D"/>
    <a:srgbClr val="C8C8CD"/>
    <a:srgbClr val="FAF8F8"/>
    <a:srgbClr val="E3E3E5"/>
    <a:srgbClr val="E331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3"/>
    <p:restoredTop sz="94694"/>
  </p:normalViewPr>
  <p:slideViewPr>
    <p:cSldViewPr snapToGrid="0">
      <p:cViewPr varScale="1">
        <p:scale>
          <a:sx n="120" d="100"/>
          <a:sy n="120" d="100"/>
        </p:scale>
        <p:origin x="184" y="208"/>
      </p:cViewPr>
      <p:guideLst>
        <p:guide pos="5715"/>
        <p:guide orient="horz"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2" Type="http://schemas.openxmlformats.org/officeDocument/2006/relationships/slide" Target="slides/slide1.xml"/><Relationship Id="rId13" Type="http://schemas.openxmlformats.org/officeDocument/2006/relationships/slide" Target="slides/slide2.xml"/><Relationship Id="rId14" Type="http://schemas.openxmlformats.org/officeDocument/2006/relationships/slide" Target="slides/slide3.xml"/><Relationship Id="rId15" Type="http://schemas.openxmlformats.org/officeDocument/2006/relationships/slide" Target="slides/slide4.xml"/><Relationship Id="rId16" Type="http://schemas.openxmlformats.org/officeDocument/2006/relationships/slide" Target="slides/slide5.xml"/><Relationship Id="rId17" Type="http://schemas.openxmlformats.org/officeDocument/2006/relationships/slide" Target="slides/slide6.xml"/><Relationship Id="rId18" Type="http://schemas.openxmlformats.org/officeDocument/2006/relationships/slide" Target="slides/slide7.xml"/><Relationship Id="rId19" Type="http://schemas.openxmlformats.org/officeDocument/2006/relationships/slide" Target="slides/slide8.xml"/><Relationship Id="rId20" Type="http://schemas.openxmlformats.org/officeDocument/2006/relationships/slide" Target="slides/slide9.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2.xml"/><Relationship Id="rId24" Type="http://schemas.openxmlformats.org/officeDocument/2006/relationships/slide" Target="slides/slide13.xml"/><Relationship Id="rId25" Type="http://schemas.openxmlformats.org/officeDocument/2006/relationships/slide" Target="slides/slide14.xml"/><Relationship Id="rId26" Type="http://schemas.openxmlformats.org/officeDocument/2006/relationships/slide" Target="slides/slide15.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 Id="rId63"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2C95D87B-2865-6C7C-A338-382CE29534FE}"/>
              </a:ext>
            </a:extLst>
          </p:cNvPr>
          <p:cNvSpPr>
            <a:spLocks noGrp="1"/>
          </p:cNvSpPr>
          <p:nvPr>
            <p:ph type="hdr" sz="quarter"/>
          </p:nvPr>
        </p:nvSpPr>
        <p:spPr>
          <a:xfrm>
            <a:off x="0" y="0"/>
            <a:ext cx="4457700" cy="917575"/>
          </a:xfrm>
          <a:prstGeom prst="rect">
            <a:avLst/>
          </a:prstGeom>
        </p:spPr>
        <p:txBody>
          <a:bodyPr vert="horz" lIns="91440" tIns="45720" rIns="91440" bIns="45720" rtlCol="0"/>
          <a:lstStyle>
            <a:lvl1pPr algn="l">
              <a:defRPr sz="1200"/>
            </a:lvl1pPr>
          </a:lstStyle>
          <a:p>
            <a:endParaRPr lang="es-ES">
              <a:latin typeface="Arial" panose="020B0604020202020204" pitchFamily="34" charset="0"/>
            </a:endParaRPr>
          </a:p>
        </p:txBody>
      </p:sp>
      <p:sp>
        <p:nvSpPr>
          <p:cNvPr id="5" name="Marcador de número de diapositiva 4">
            <a:extLst>
              <a:ext uri="{FF2B5EF4-FFF2-40B4-BE49-F238E27FC236}">
                <a16:creationId xmlns:a16="http://schemas.microsoft.com/office/drawing/2014/main" id="{C451C40C-FAF0-AD03-0929-E5DEA8D20114}"/>
              </a:ext>
            </a:extLst>
          </p:cNvPr>
          <p:cNvSpPr>
            <a:spLocks noGrp="1"/>
          </p:cNvSpPr>
          <p:nvPr>
            <p:ph type="sldNum" sz="quarter" idx="3"/>
          </p:nvPr>
        </p:nvSpPr>
        <p:spPr>
          <a:xfrm>
            <a:off x="5827713" y="17372013"/>
            <a:ext cx="4457700" cy="915987"/>
          </a:xfrm>
          <a:prstGeom prst="rect">
            <a:avLst/>
          </a:prstGeom>
        </p:spPr>
        <p:txBody>
          <a:bodyPr vert="horz" lIns="91440" tIns="45720" rIns="91440" bIns="45720" rtlCol="0" anchor="b"/>
          <a:lstStyle>
            <a:lvl1pPr algn="r">
              <a:defRPr sz="1200"/>
            </a:lvl1pPr>
          </a:lstStyle>
          <a:p>
            <a:fld id="{EC3C1992-B7BD-EB40-BECA-49E44F884570}" type="slidenum">
              <a:rPr lang="es-ES" smtClean="0">
                <a:latin typeface="Arial" panose="020B0604020202020204" pitchFamily="34" charset="0"/>
              </a:rPr>
              <a:t>‹#›</a:t>
            </a:fld>
            <a:endParaRPr lang="es-ES">
              <a:latin typeface="Arial" panose="020B0604020202020204" pitchFamily="34" charset="0"/>
            </a:endParaRPr>
          </a:p>
        </p:txBody>
      </p:sp>
      <p:sp>
        <p:nvSpPr>
          <p:cNvPr id="6" name="Date Placeholder 5">
            <a:extLst>
              <a:ext uri="{FF2B5EF4-FFF2-40B4-BE49-F238E27FC236}">
                <a16:creationId xmlns:a16="http://schemas.microsoft.com/office/drawing/2014/main" id="{DF81B16D-1351-3B85-7959-6016F2DF80C9}"/>
              </a:ext>
            </a:extLst>
          </p:cNvPr>
          <p:cNvSpPr>
            <a:spLocks noGrp="1"/>
          </p:cNvSpPr>
          <p:nvPr>
            <p:ph type="dt" sz="quarter" idx="1"/>
          </p:nvPr>
        </p:nvSpPr>
        <p:spPr>
          <a:xfrm>
            <a:off x="5827713" y="0"/>
            <a:ext cx="4457700" cy="917575"/>
          </a:xfrm>
          <a:prstGeom prst="rect">
            <a:avLst/>
          </a:prstGeom>
        </p:spPr>
        <p:txBody>
          <a:bodyPr vert="horz" lIns="91440" tIns="45720" rIns="91440" bIns="45720" rtlCol="0"/>
          <a:lstStyle>
            <a:lvl1pPr algn="r">
              <a:defRPr sz="1200"/>
            </a:lvl1pPr>
          </a:lstStyle>
          <a:p>
            <a:fld id="{3A276EB6-6A02-3841-B7FF-2CD9D363C496}" type="datetimeFigureOut">
              <a:rPr lang="en-US" smtClean="0"/>
              <a:t>2/20/26</a:t>
            </a:fld>
            <a:endParaRPr lang="en-US"/>
          </a:p>
        </p:txBody>
      </p:sp>
    </p:spTree>
    <p:extLst>
      <p:ext uri="{BB962C8B-B14F-4D97-AF65-F5344CB8AC3E}">
        <p14:creationId xmlns:p14="http://schemas.microsoft.com/office/powerpoint/2010/main" val="133513965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5760" userDrawn="1">
          <p15:clr>
            <a:srgbClr val="F26B43"/>
          </p15:clr>
        </p15:guide>
        <p15:guide id="2" pos="324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825715"/>
      </p:ext>
    </p:extLst>
  </p:cSld>
  <p:clrMap bg1="lt1" tx1="dk1" bg2="lt2" tx2="dk2" accent1="accent1" accent2="accent2" accent3="accent3" accent4="accent4" accent5="accent5" accent6="accent6" hlink="hlink" folHlink="folHlink"/>
  <p:notesStyle>
    <a:lvl1pPr marL="0" algn="l" defTabSz="609478" rtl="0" eaLnBrk="1" latinLnBrk="0" hangingPunct="1">
      <a:defRPr sz="800" kern="1200">
        <a:solidFill>
          <a:schemeClr val="tx1"/>
        </a:solidFill>
        <a:latin typeface="+mn-lt"/>
        <a:ea typeface="+mn-ea"/>
        <a:cs typeface="+mn-cs"/>
      </a:defRPr>
    </a:lvl1pPr>
    <a:lvl2pPr marL="304740" algn="l" defTabSz="609478" rtl="0" eaLnBrk="1" latinLnBrk="0" hangingPunct="1">
      <a:defRPr sz="800" kern="1200">
        <a:solidFill>
          <a:schemeClr val="tx1"/>
        </a:solidFill>
        <a:latin typeface="+mn-lt"/>
        <a:ea typeface="+mn-ea"/>
        <a:cs typeface="+mn-cs"/>
      </a:defRPr>
    </a:lvl2pPr>
    <a:lvl3pPr marL="609478" algn="l" defTabSz="609478" rtl="0" eaLnBrk="1" latinLnBrk="0" hangingPunct="1">
      <a:defRPr sz="800" kern="1200">
        <a:solidFill>
          <a:schemeClr val="tx1"/>
        </a:solidFill>
        <a:latin typeface="+mn-lt"/>
        <a:ea typeface="+mn-ea"/>
        <a:cs typeface="+mn-cs"/>
      </a:defRPr>
    </a:lvl3pPr>
    <a:lvl4pPr marL="914218" algn="l" defTabSz="609478" rtl="0" eaLnBrk="1" latinLnBrk="0" hangingPunct="1">
      <a:defRPr sz="800" kern="1200">
        <a:solidFill>
          <a:schemeClr val="tx1"/>
        </a:solidFill>
        <a:latin typeface="+mn-lt"/>
        <a:ea typeface="+mn-ea"/>
        <a:cs typeface="+mn-cs"/>
      </a:defRPr>
    </a:lvl4pPr>
    <a:lvl5pPr marL="1218956" algn="l" defTabSz="609478" rtl="0" eaLnBrk="1" latinLnBrk="0" hangingPunct="1">
      <a:defRPr sz="800" kern="1200">
        <a:solidFill>
          <a:schemeClr val="tx1"/>
        </a:solidFill>
        <a:latin typeface="+mn-lt"/>
        <a:ea typeface="+mn-ea"/>
        <a:cs typeface="+mn-cs"/>
      </a:defRPr>
    </a:lvl5pPr>
    <a:lvl6pPr marL="1523696" algn="l" defTabSz="609478" rtl="0" eaLnBrk="1" latinLnBrk="0" hangingPunct="1">
      <a:defRPr sz="800" kern="1200">
        <a:solidFill>
          <a:schemeClr val="tx1"/>
        </a:solidFill>
        <a:latin typeface="+mn-lt"/>
        <a:ea typeface="+mn-ea"/>
        <a:cs typeface="+mn-cs"/>
      </a:defRPr>
    </a:lvl6pPr>
    <a:lvl7pPr marL="1828434" algn="l" defTabSz="609478" rtl="0" eaLnBrk="1" latinLnBrk="0" hangingPunct="1">
      <a:defRPr sz="800" kern="1200">
        <a:solidFill>
          <a:schemeClr val="tx1"/>
        </a:solidFill>
        <a:latin typeface="+mn-lt"/>
        <a:ea typeface="+mn-ea"/>
        <a:cs typeface="+mn-cs"/>
      </a:defRPr>
    </a:lvl7pPr>
    <a:lvl8pPr marL="2133174" algn="l" defTabSz="609478" rtl="0" eaLnBrk="1" latinLnBrk="0" hangingPunct="1">
      <a:defRPr sz="800" kern="1200">
        <a:solidFill>
          <a:schemeClr val="tx1"/>
        </a:solidFill>
        <a:latin typeface="+mn-lt"/>
        <a:ea typeface="+mn-ea"/>
        <a:cs typeface="+mn-cs"/>
      </a:defRPr>
    </a:lvl8pPr>
    <a:lvl9pPr marL="2437912" algn="l" defTabSz="609478" rtl="0" eaLnBrk="1" latinLnBrk="0" hangingPunct="1">
      <a:defRPr sz="8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5760" userDrawn="1">
          <p15:clr>
            <a:srgbClr val="F26B43"/>
          </p15:clr>
        </p15:guide>
        <p15:guide id="2" pos="324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3.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8.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8.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0.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8.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8.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0.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image" Target="../media/image10.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 Id="rId5" Type="http://schemas.openxmlformats.org/officeDocument/2006/relationships/image" Target="../media/image5.png"/><Relationship Id="rId6" Type="http://schemas.openxmlformats.org/officeDocument/2006/relationships/image" Target="../media/image6.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image" Target="../media/image10.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tent Slides ">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TextBox 8">
            <a:extLst>
              <a:ext uri="{FF2B5EF4-FFF2-40B4-BE49-F238E27FC236}">
                <a16:creationId xmlns:a16="http://schemas.microsoft.com/office/drawing/2014/main" id="{3666D7BB-271E-6E37-1765-C1C525D6DFC8}"/>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Content Slides</a:t>
            </a:r>
          </a:p>
        </p:txBody>
      </p:sp>
      <p:sp>
        <p:nvSpPr>
          <p:cNvPr id="7" name="Rectangle 6">
            <a:extLst>
              <a:ext uri="{FF2B5EF4-FFF2-40B4-BE49-F238E27FC236}">
                <a16:creationId xmlns:a16="http://schemas.microsoft.com/office/drawing/2014/main" id="{B7A99964-B307-6281-600E-D481491DC33C}"/>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8" name="Rectangle 7">
            <a:extLst>
              <a:ext uri="{FF2B5EF4-FFF2-40B4-BE49-F238E27FC236}">
                <a16:creationId xmlns:a16="http://schemas.microsoft.com/office/drawing/2014/main" id="{37E67677-1905-AF20-48A5-0B6A224CA3C2}"/>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17458265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Content/White">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4"/>
            <a:ext cx="7512000" cy="4388637"/>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Tree>
    <p:extLst>
      <p:ext uri="{BB962C8B-B14F-4D97-AF65-F5344CB8AC3E}">
        <p14:creationId xmlns:p14="http://schemas.microsoft.com/office/powerpoint/2010/main" val="223536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Content/Grey">
    <p:bg>
      <p:bgPr>
        <a:solidFill>
          <a:srgbClr val="E3E3E7"/>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6"/>
            <a:ext cx="7512000" cy="4500000"/>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Tree>
    <p:extLst>
      <p:ext uri="{BB962C8B-B14F-4D97-AF65-F5344CB8AC3E}">
        <p14:creationId xmlns:p14="http://schemas.microsoft.com/office/powerpoint/2010/main" val="20693510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Content/Dark">
    <p:bg>
      <p:bgPr>
        <a:solidFill>
          <a:srgbClr val="130025"/>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6" name="Text Placeholder 2">
            <a:extLst>
              <a:ext uri="{FF2B5EF4-FFF2-40B4-BE49-F238E27FC236}">
                <a16:creationId xmlns:a16="http://schemas.microsoft.com/office/drawing/2014/main" id="{422C57A7-1AF8-CBA2-5103-382E60629926}"/>
              </a:ext>
            </a:extLst>
          </p:cNvPr>
          <p:cNvSpPr>
            <a:spLocks noGrp="1"/>
          </p:cNvSpPr>
          <p:nvPr>
            <p:ph type="body" sz="quarter" idx="110"/>
          </p:nvPr>
        </p:nvSpPr>
        <p:spPr>
          <a:xfrm>
            <a:off x="407459" y="1666866"/>
            <a:ext cx="7513108" cy="4500000"/>
          </a:xfrm>
          <a:prstGeom prst="rect">
            <a:avLst/>
          </a:prstGeom>
        </p:spPr>
        <p:txBody>
          <a:bodyPr wrap="square" lIns="0" tIns="0" rIns="0" bIns="0" anchor="t">
            <a:no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Tree>
    <p:extLst>
      <p:ext uri="{BB962C8B-B14F-4D97-AF65-F5344CB8AC3E}">
        <p14:creationId xmlns:p14="http://schemas.microsoft.com/office/powerpoint/2010/main" val="41494253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White">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ext 0">
            <a:extLst>
              <a:ext uri="{FF2B5EF4-FFF2-40B4-BE49-F238E27FC236}">
                <a16:creationId xmlns:a16="http://schemas.microsoft.com/office/drawing/2014/main" id="{EF0B911F-1E8D-8D8E-57E9-1BC18C354D50}"/>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Tree>
    <p:extLst>
      <p:ext uri="{BB962C8B-B14F-4D97-AF65-F5344CB8AC3E}">
        <p14:creationId xmlns:p14="http://schemas.microsoft.com/office/powerpoint/2010/main" val="40670949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Grey">
    <p:bg>
      <p:bgPr>
        <a:solidFill>
          <a:srgbClr val="E3E3E6"/>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6" name="Title 9">
            <a:extLst>
              <a:ext uri="{FF2B5EF4-FFF2-40B4-BE49-F238E27FC236}">
                <a16:creationId xmlns:a16="http://schemas.microsoft.com/office/drawing/2014/main" id="{21EEA5B8-CBDE-081B-6BA4-9E4A614E1C60}"/>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40968719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Dark">
    <p:bg>
      <p:bgPr>
        <a:solidFill>
          <a:srgbClr val="130025"/>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12229"/>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2" name="Straight Connector 141">
            <a:extLst>
              <a:ext uri="{FF2B5EF4-FFF2-40B4-BE49-F238E27FC236}">
                <a16:creationId xmlns:a16="http://schemas.microsoft.com/office/drawing/2014/main" id="{2ED2F52F-AC47-A45E-8015-7F53E5FCC704}"/>
              </a:ext>
            </a:extLst>
          </p:cNvPr>
          <p:cNvCxnSpPr>
            <a:cxnSpLocks/>
          </p:cNvCxnSpPr>
          <p:nvPr userDrawn="1"/>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A54BB7E2-D96E-B0CF-5B8C-E441475D1CC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8" name="Symbol zastępczy stopki 1">
            <a:extLst>
              <a:ext uri="{FF2B5EF4-FFF2-40B4-BE49-F238E27FC236}">
                <a16:creationId xmlns:a16="http://schemas.microsoft.com/office/drawing/2014/main" id="{23CDEB00-09A8-2D55-E970-2AECA6BCB07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4" name="Title 9">
            <a:extLst>
              <a:ext uri="{FF2B5EF4-FFF2-40B4-BE49-F238E27FC236}">
                <a16:creationId xmlns:a16="http://schemas.microsoft.com/office/drawing/2014/main" id="{3A04DFC1-D060-B99D-1580-1D823167B55D}"/>
              </a:ext>
            </a:extLst>
          </p:cNvPr>
          <p:cNvSpPr>
            <a:spLocks noGrp="1"/>
          </p:cNvSpPr>
          <p:nvPr>
            <p:ph type="title" hasCustomPrompt="1"/>
          </p:nvPr>
        </p:nvSpPr>
        <p:spPr>
          <a:xfrm>
            <a:off x="407459" y="919056"/>
            <a:ext cx="7512000" cy="369332"/>
          </a:xfrm>
          <a:prstGeom prst="rect">
            <a:avLst/>
          </a:prstGeom>
        </p:spPr>
        <p:txBody>
          <a:bodyPr wrap="square" lIns="0" tIns="0" rIns="0" bIns="0">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005359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Header_Only/White">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AD0A7829-77BA-1C96-8A87-0D0901BA1AEB}"/>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4" name="Text 0">
            <a:extLst>
              <a:ext uri="{FF2B5EF4-FFF2-40B4-BE49-F238E27FC236}">
                <a16:creationId xmlns:a16="http://schemas.microsoft.com/office/drawing/2014/main" id="{D4C5B99F-319A-74A7-99CC-8A9655EF1326}"/>
              </a:ext>
            </a:extLst>
          </p:cNvPr>
          <p:cNvSpPr>
            <a:spLocks noGrp="1"/>
          </p:cNvSpPr>
          <p:nvPr>
            <p:ph type="body" idx="106" hasCustomPrompt="1"/>
          </p:nvPr>
        </p:nvSpPr>
        <p:spPr>
          <a:xfrm>
            <a:off x="406400" y="408055"/>
            <a:ext cx="7513108"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1AC7B3B4-34C7-662C-6C9A-3A0CE9D10952}"/>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25373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dex Slides">
    <p:bg>
      <p:bgPr>
        <a:solidFill>
          <a:schemeClr val="accent2"/>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162FC72-74C0-2487-3747-8E94A0A086B7}"/>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Outline Slides</a:t>
            </a:r>
          </a:p>
        </p:txBody>
      </p:sp>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3" name="Rectangle 2">
            <a:extLst>
              <a:ext uri="{FF2B5EF4-FFF2-40B4-BE49-F238E27FC236}">
                <a16:creationId xmlns:a16="http://schemas.microsoft.com/office/drawing/2014/main" id="{A850746F-4A5A-6339-6062-9B80EA6E09AB}"/>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5" name="Rectangle 4">
            <a:extLst>
              <a:ext uri="{FF2B5EF4-FFF2-40B4-BE49-F238E27FC236}">
                <a16:creationId xmlns:a16="http://schemas.microsoft.com/office/drawing/2014/main" id="{EB234CD9-10E7-5E53-72F8-BFC52343C634}"/>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119820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 Content Shor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Placeholder 22">
            <a:extLst>
              <a:ext uri="{FF2B5EF4-FFF2-40B4-BE49-F238E27FC236}">
                <a16:creationId xmlns:a16="http://schemas.microsoft.com/office/drawing/2014/main" id="{BA107655-FABA-0A78-DECD-D145BCC5F8D6}"/>
              </a:ext>
            </a:extLst>
          </p:cNvPr>
          <p:cNvSpPr>
            <a:spLocks noGrp="1"/>
          </p:cNvSpPr>
          <p:nvPr>
            <p:ph type="body" sz="quarter" idx="136" hasCustomPrompt="1"/>
          </p:nvPr>
        </p:nvSpPr>
        <p:spPr>
          <a:xfrm>
            <a:off x="407459" y="914385"/>
            <a:ext cx="7512000" cy="553998"/>
          </a:xfrm>
          <a:prstGeom prst="rect">
            <a:avLst/>
          </a:prstGeom>
        </p:spPr>
        <p:txBody>
          <a:bodyPr wrap="square" lIns="0" tIns="0" rIns="0" bIns="0" anchor="t">
            <a:noAutofit/>
          </a:bodyPr>
          <a:lstStyle>
            <a:lvl1pPr marL="0" indent="0">
              <a:lnSpc>
                <a:spcPct val="100000"/>
              </a:lnSpc>
              <a:buNone/>
              <a:defRPr sz="3600">
                <a:latin typeface="+mj-lt"/>
              </a:defRPr>
            </a:lvl1pPr>
          </a:lstStyle>
          <a:p>
            <a:pPr lvl="0"/>
            <a:r>
              <a:rPr lang="en-US"/>
              <a:t>Click to edit master title style</a:t>
            </a:r>
          </a:p>
        </p:txBody>
      </p:sp>
      <p:sp>
        <p:nvSpPr>
          <p:cNvPr id="23" name="Text Placeholder 14">
            <a:extLst>
              <a:ext uri="{FF2B5EF4-FFF2-40B4-BE49-F238E27FC236}">
                <a16:creationId xmlns:a16="http://schemas.microsoft.com/office/drawing/2014/main" id="{35C67DA6-F94F-BAAC-697E-B35F55AA7435}"/>
              </a:ext>
            </a:extLst>
          </p:cNvPr>
          <p:cNvSpPr>
            <a:spLocks noGrp="1"/>
          </p:cNvSpPr>
          <p:nvPr>
            <p:ph type="body" sz="quarter" idx="141" hasCustomPrompt="1"/>
          </p:nvPr>
        </p:nvSpPr>
        <p:spPr>
          <a:xfrm>
            <a:off x="2361142" y="1784944"/>
            <a:ext cx="758825" cy="1446550"/>
          </a:xfrm>
          <a:prstGeom prst="rect">
            <a:avLst/>
          </a:prstGeom>
          <a:noFill/>
        </p:spPr>
        <p:txBody>
          <a:bodyPr wrap="square" lIns="0" tIns="0" rIns="0" bIns="0" rtlCol="0" anchor="t">
            <a:spAutoFit/>
          </a:bodyPr>
          <a:lstStyle>
            <a:lvl1pPr>
              <a:lnSpc>
                <a:spcPct val="100000"/>
              </a:lnSpc>
              <a:buNone/>
              <a:defRPr lang="en-US" sz="2800"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a:p>
            <a:pPr marL="228623" marR="0" lvl="0" indent="-228623" fontAlgn="auto">
              <a:lnSpc>
                <a:spcPct val="100000"/>
              </a:lnSpc>
              <a:spcBef>
                <a:spcPts val="0"/>
              </a:spcBef>
              <a:spcAft>
                <a:spcPts val="600"/>
              </a:spcAft>
              <a:buClrTx/>
              <a:buSzTx/>
              <a:tabLst/>
            </a:pPr>
            <a:r>
              <a:rPr lang="en-US"/>
              <a:t>02</a:t>
            </a:r>
          </a:p>
          <a:p>
            <a:pPr marL="228623" marR="0" lvl="0" indent="-228623" fontAlgn="auto">
              <a:lnSpc>
                <a:spcPct val="100000"/>
              </a:lnSpc>
              <a:spcBef>
                <a:spcPts val="0"/>
              </a:spcBef>
              <a:spcAft>
                <a:spcPts val="600"/>
              </a:spcAft>
              <a:buClrTx/>
              <a:buSzTx/>
              <a:tabLst/>
            </a:pPr>
            <a:r>
              <a:rPr lang="en-US"/>
              <a:t>03</a:t>
            </a:r>
          </a:p>
        </p:txBody>
      </p:sp>
      <p:sp>
        <p:nvSpPr>
          <p:cNvPr id="24" name="Text Placeholder 14">
            <a:extLst>
              <a:ext uri="{FF2B5EF4-FFF2-40B4-BE49-F238E27FC236}">
                <a16:creationId xmlns:a16="http://schemas.microsoft.com/office/drawing/2014/main" id="{A43D00C8-28D0-D086-B0B5-7D52C6D6418F}"/>
              </a:ext>
            </a:extLst>
          </p:cNvPr>
          <p:cNvSpPr>
            <a:spLocks noGrp="1"/>
          </p:cNvSpPr>
          <p:nvPr>
            <p:ph type="body" sz="quarter" idx="142" hasCustomPrompt="1"/>
          </p:nvPr>
        </p:nvSpPr>
        <p:spPr>
          <a:xfrm>
            <a:off x="3315414" y="1794470"/>
            <a:ext cx="8469129" cy="1446550"/>
          </a:xfrm>
          <a:prstGeom prst="rect">
            <a:avLst/>
          </a:prstGeom>
          <a:noFill/>
        </p:spPr>
        <p:txBody>
          <a:bodyPr wrap="square" lIns="0" tIns="0" rIns="0" bIns="0" rtlCol="0" anchor="t">
            <a:spAutoFit/>
          </a:bodyPr>
          <a:lstStyle>
            <a:lvl1pPr>
              <a:lnSpc>
                <a:spcPct val="100000"/>
              </a:lnSpc>
              <a:buNone/>
              <a:defRPr lang="en-US" sz="2800" kern="0" spc="-67" dirty="0" smtClean="0">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Click to add Section</a:t>
            </a:r>
          </a:p>
          <a:p>
            <a:pPr marL="0" marR="0" lvl="0" indent="0" fontAlgn="auto">
              <a:lnSpc>
                <a:spcPct val="100000"/>
              </a:lnSpc>
              <a:spcBef>
                <a:spcPts val="0"/>
              </a:spcBef>
              <a:spcAft>
                <a:spcPts val="600"/>
              </a:spcAft>
              <a:buClrTx/>
              <a:buSzTx/>
              <a:buFontTx/>
              <a:buNone/>
              <a:tabLst/>
            </a:pPr>
            <a:r>
              <a:rPr lang="en-US"/>
              <a:t>Click to add Section</a:t>
            </a:r>
          </a:p>
          <a:p>
            <a:pPr marL="0" marR="0" lvl="0" indent="0" fontAlgn="auto">
              <a:lnSpc>
                <a:spcPct val="100000"/>
              </a:lnSpc>
              <a:spcBef>
                <a:spcPts val="0"/>
              </a:spcBef>
              <a:spcAft>
                <a:spcPts val="600"/>
              </a:spcAft>
              <a:buClrTx/>
              <a:buSzTx/>
              <a:buFontTx/>
              <a:buNone/>
              <a:tabLst/>
            </a:pPr>
            <a:r>
              <a:rPr lang="en-US"/>
              <a:t>Click to add Section</a:t>
            </a:r>
          </a:p>
        </p:txBody>
      </p:sp>
      <p:sp>
        <p:nvSpPr>
          <p:cNvPr id="2" name="Slide Number Placeholder 4">
            <a:extLst>
              <a:ext uri="{FF2B5EF4-FFF2-40B4-BE49-F238E27FC236}">
                <a16:creationId xmlns:a16="http://schemas.microsoft.com/office/drawing/2014/main" id="{B9C4D2AE-C9A0-BA82-0792-22BC4415A1F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Symbol zastępczy stopki 1">
            <a:extLst>
              <a:ext uri="{FF2B5EF4-FFF2-40B4-BE49-F238E27FC236}">
                <a16:creationId xmlns:a16="http://schemas.microsoft.com/office/drawing/2014/main" id="{B45F6568-79C3-EDEB-2F86-64CFB5A74C6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2130958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 Content Long">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1">
            <a:extLst>
              <a:ext uri="{FF2B5EF4-FFF2-40B4-BE49-F238E27FC236}">
                <a16:creationId xmlns:a16="http://schemas.microsoft.com/office/drawing/2014/main" id="{9C06E442-9FB1-C495-5FBB-BFA31BE95BA9}"/>
              </a:ext>
            </a:extLst>
          </p:cNvPr>
          <p:cNvSpPr>
            <a:spLocks noGrp="1"/>
          </p:cNvSpPr>
          <p:nvPr>
            <p:ph type="body" sz="quarter" idx="13" hasCustomPrompt="1"/>
          </p:nvPr>
        </p:nvSpPr>
        <p:spPr>
          <a:xfrm>
            <a:off x="407460" y="2161044"/>
            <a:ext cx="792691" cy="328231"/>
          </a:xfrm>
          <a:prstGeom prst="rect">
            <a:avLst/>
          </a:prstGeom>
          <a:noFill/>
        </p:spPr>
        <p:txBody>
          <a:bodyPr wrap="square" lIns="0" tIns="0" rIns="0" bIns="0" rtlCol="0" anchor="t">
            <a:spAutoFit/>
          </a:bodyPr>
          <a:lstStyle>
            <a:lvl1pPr>
              <a:lnSpc>
                <a:spcPct val="100000"/>
              </a:lnSpc>
              <a:buNone/>
              <a:defRPr lang="en-US"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p:txBody>
      </p:sp>
      <p:sp>
        <p:nvSpPr>
          <p:cNvPr id="4" name="Text Placeholder 4">
            <a:extLst>
              <a:ext uri="{FF2B5EF4-FFF2-40B4-BE49-F238E27FC236}">
                <a16:creationId xmlns:a16="http://schemas.microsoft.com/office/drawing/2014/main" id="{4C21F9B8-3709-9EA3-6974-67C72A883183}"/>
              </a:ext>
            </a:extLst>
          </p:cNvPr>
          <p:cNvSpPr>
            <a:spLocks noGrp="1"/>
          </p:cNvSpPr>
          <p:nvPr>
            <p:ph type="body" sz="quarter" idx="17" hasCustomPrompt="1"/>
          </p:nvPr>
        </p:nvSpPr>
        <p:spPr>
          <a:xfrm>
            <a:off x="1391710" y="2161044"/>
            <a:ext cx="4607983" cy="328231"/>
          </a:xfrm>
          <a:prstGeom prst="rect">
            <a:avLst/>
          </a:prstGeom>
          <a:noFill/>
        </p:spPr>
        <p:txBody>
          <a:bodyPr wrap="square" lIns="0" tIns="0" rIns="0" bIns="0" rtlCol="0" anchor="t">
            <a:spAutoFit/>
          </a:bodyPr>
          <a:lstStyle>
            <a:lvl1pPr>
              <a:lnSpc>
                <a:spcPct val="100000"/>
              </a:lnSpc>
              <a:buNone/>
              <a:defRPr lang="en-US" sz="2133" kern="0" spc="-67" dirty="0">
                <a:solidFill>
                  <a:srgbClr val="000000"/>
                </a:solidFill>
                <a:latin typeface="+mj-lt"/>
                <a:ea typeface="Suisse Int'l Regular" pitchFamily="34" charset="-122"/>
                <a:cs typeface="Suisse Int'l" panose="020B0504000000000000" pitchFamily="34" charset="-78"/>
              </a:defRPr>
            </a:lvl1pPr>
          </a:lstStyle>
          <a:p>
            <a:pPr marL="228623" marR="0" lvl="0" indent="-228623" algn="l" defTabSz="609660" rtl="0" eaLnBrk="1" fontAlgn="auto" latinLnBrk="0" hangingPunct="1">
              <a:lnSpc>
                <a:spcPct val="100000"/>
              </a:lnSpc>
              <a:spcBef>
                <a:spcPts val="0"/>
              </a:spcBef>
              <a:spcAft>
                <a:spcPts val="600"/>
              </a:spcAft>
              <a:buClrTx/>
              <a:buSzTx/>
              <a:tabLst/>
              <a:defRPr/>
            </a:pPr>
            <a:r>
              <a:rPr lang="en-US" sz="2133" kern="0" spc="-67">
                <a:solidFill>
                  <a:srgbClr val="000000"/>
                </a:solidFill>
                <a:latin typeface="+mj-lt"/>
                <a:ea typeface="Suisse Int'l Regular" pitchFamily="34" charset="-122"/>
                <a:cs typeface="Suisse Int'l" panose="020B0504000000000000" pitchFamily="34" charset="-78"/>
              </a:rPr>
              <a:t>Click to add Section</a:t>
            </a:r>
          </a:p>
        </p:txBody>
      </p:sp>
      <p:sp>
        <p:nvSpPr>
          <p:cNvPr id="7" name="Text Placeholder 1">
            <a:extLst>
              <a:ext uri="{FF2B5EF4-FFF2-40B4-BE49-F238E27FC236}">
                <a16:creationId xmlns:a16="http://schemas.microsoft.com/office/drawing/2014/main" id="{370520E5-14FD-49D8-015A-0CE7C4BB93B2}"/>
              </a:ext>
            </a:extLst>
          </p:cNvPr>
          <p:cNvSpPr>
            <a:spLocks noGrp="1"/>
          </p:cNvSpPr>
          <p:nvPr>
            <p:ph type="body" sz="quarter" idx="107" hasCustomPrompt="1"/>
          </p:nvPr>
        </p:nvSpPr>
        <p:spPr>
          <a:xfrm>
            <a:off x="6199716" y="2161044"/>
            <a:ext cx="759884" cy="328231"/>
          </a:xfrm>
          <a:prstGeom prst="rect">
            <a:avLst/>
          </a:prstGeom>
          <a:noFill/>
        </p:spPr>
        <p:txBody>
          <a:bodyPr wrap="square" lIns="0" tIns="0" rIns="0" bIns="0" rtlCol="0" anchor="t">
            <a:spAutoFit/>
          </a:bodyPr>
          <a:lstStyle>
            <a:lvl1pPr>
              <a:lnSpc>
                <a:spcPct val="100000"/>
              </a:lnSpc>
              <a:buNone/>
              <a:defRPr lang="en-US" kern="0" spc="-67">
                <a:solidFill>
                  <a:srgbClr val="000000"/>
                </a:solidFill>
                <a:latin typeface="+mj-lt"/>
                <a:ea typeface="Suisse Int'l Regular" pitchFamily="34" charset="-122"/>
                <a:cs typeface="Suisse Int'l" panose="020B0504000000000000" pitchFamily="34" charset="-78"/>
              </a:defRPr>
            </a:lvl1pPr>
          </a:lstStyle>
          <a:p>
            <a:pPr marL="228623" marR="0" lvl="0" indent="-228623" fontAlgn="auto">
              <a:lnSpc>
                <a:spcPct val="100000"/>
              </a:lnSpc>
              <a:spcBef>
                <a:spcPts val="0"/>
              </a:spcBef>
              <a:spcAft>
                <a:spcPts val="600"/>
              </a:spcAft>
              <a:buClrTx/>
              <a:buSzTx/>
              <a:tabLst/>
            </a:pPr>
            <a:r>
              <a:rPr lang="en-US"/>
              <a:t>01</a:t>
            </a:r>
          </a:p>
        </p:txBody>
      </p:sp>
      <p:sp>
        <p:nvSpPr>
          <p:cNvPr id="8" name="Text Placeholder 4">
            <a:extLst>
              <a:ext uri="{FF2B5EF4-FFF2-40B4-BE49-F238E27FC236}">
                <a16:creationId xmlns:a16="http://schemas.microsoft.com/office/drawing/2014/main" id="{EE69B9B1-E50C-0053-6CE7-4D245C3CE42D}"/>
              </a:ext>
            </a:extLst>
          </p:cNvPr>
          <p:cNvSpPr>
            <a:spLocks noGrp="1"/>
          </p:cNvSpPr>
          <p:nvPr>
            <p:ph type="body" sz="quarter" idx="108" hasCustomPrompt="1"/>
          </p:nvPr>
        </p:nvSpPr>
        <p:spPr>
          <a:xfrm>
            <a:off x="7183968" y="2161044"/>
            <a:ext cx="4607983" cy="328231"/>
          </a:xfrm>
          <a:prstGeom prst="rect">
            <a:avLst/>
          </a:prstGeom>
          <a:noFill/>
        </p:spPr>
        <p:txBody>
          <a:bodyPr wrap="square" lIns="0" tIns="0" rIns="0" bIns="0" rtlCol="0" anchor="t">
            <a:spAutoFit/>
          </a:bodyPr>
          <a:lstStyle>
            <a:lvl1pPr>
              <a:lnSpc>
                <a:spcPct val="100000"/>
              </a:lnSpc>
              <a:buNone/>
              <a:defRPr lang="en-US" sz="2133" kern="0" spc="-67" dirty="0">
                <a:solidFill>
                  <a:srgbClr val="000000"/>
                </a:solidFill>
                <a:latin typeface="+mj-lt"/>
                <a:ea typeface="Suisse Int'l Regular" pitchFamily="34" charset="-122"/>
                <a:cs typeface="Suisse Int'l" panose="020B0504000000000000" pitchFamily="34" charset="-78"/>
              </a:defRPr>
            </a:lvl1pPr>
          </a:lstStyle>
          <a:p>
            <a:pPr marL="228623" marR="0" lvl="0" indent="-228623" algn="l" defTabSz="609660" rtl="0" eaLnBrk="1" fontAlgn="auto" latinLnBrk="0" hangingPunct="1">
              <a:lnSpc>
                <a:spcPct val="100000"/>
              </a:lnSpc>
              <a:spcBef>
                <a:spcPts val="0"/>
              </a:spcBef>
              <a:spcAft>
                <a:spcPts val="600"/>
              </a:spcAft>
              <a:buClrTx/>
              <a:buSzTx/>
              <a:tabLst/>
              <a:defRPr/>
            </a:pPr>
            <a:r>
              <a:rPr lang="en-US" sz="2133" kern="0" spc="-67">
                <a:solidFill>
                  <a:srgbClr val="000000"/>
                </a:solidFill>
                <a:latin typeface="+mj-lt"/>
                <a:ea typeface="Suisse Int'l Regular" pitchFamily="34" charset="-122"/>
                <a:cs typeface="Suisse Int'l" panose="020B0504000000000000" pitchFamily="34" charset="-78"/>
              </a:rPr>
              <a:t>Click to add Section</a:t>
            </a:r>
          </a:p>
        </p:txBody>
      </p:sp>
      <p:sp>
        <p:nvSpPr>
          <p:cNvPr id="6" name="Text Placeholder 22">
            <a:extLst>
              <a:ext uri="{FF2B5EF4-FFF2-40B4-BE49-F238E27FC236}">
                <a16:creationId xmlns:a16="http://schemas.microsoft.com/office/drawing/2014/main" id="{3F7D431B-4BC4-A3E5-F4F1-3CBE64656C6F}"/>
              </a:ext>
            </a:extLst>
          </p:cNvPr>
          <p:cNvSpPr>
            <a:spLocks noGrp="1"/>
          </p:cNvSpPr>
          <p:nvPr>
            <p:ph type="body" sz="quarter" idx="136" hasCustomPrompt="1"/>
          </p:nvPr>
        </p:nvSpPr>
        <p:spPr>
          <a:xfrm>
            <a:off x="407459" y="910328"/>
            <a:ext cx="7512000" cy="553998"/>
          </a:xfrm>
          <a:prstGeom prst="rect">
            <a:avLst/>
          </a:prstGeom>
        </p:spPr>
        <p:txBody>
          <a:bodyPr wrap="square" lIns="0" tIns="0" rIns="0" bIns="0" anchor="t">
            <a:noAutofit/>
          </a:bodyPr>
          <a:lstStyle>
            <a:lvl1pPr marL="0" indent="0">
              <a:lnSpc>
                <a:spcPct val="100000"/>
              </a:lnSpc>
              <a:buNone/>
              <a:defRPr sz="3600">
                <a:latin typeface="+mj-lt"/>
              </a:defRPr>
            </a:lvl1pPr>
          </a:lstStyle>
          <a:p>
            <a:pPr lvl="0"/>
            <a:r>
              <a:rPr lang="en-US"/>
              <a:t>Click to edit master title style</a:t>
            </a:r>
          </a:p>
        </p:txBody>
      </p:sp>
      <p:sp>
        <p:nvSpPr>
          <p:cNvPr id="9" name="Slide Number Placeholder 4">
            <a:extLst>
              <a:ext uri="{FF2B5EF4-FFF2-40B4-BE49-F238E27FC236}">
                <a16:creationId xmlns:a16="http://schemas.microsoft.com/office/drawing/2014/main" id="{4EE69B1C-E5AF-40BE-B7B1-6392118B934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0" name="Symbol zastępczy stopki 1">
            <a:extLst>
              <a:ext uri="{FF2B5EF4-FFF2-40B4-BE49-F238E27FC236}">
                <a16:creationId xmlns:a16="http://schemas.microsoft.com/office/drawing/2014/main" id="{3EFC05DC-0FE4-4738-359D-18E40C37B50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40857677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5" name="TextBox 4">
            <a:extLst>
              <a:ext uri="{FF2B5EF4-FFF2-40B4-BE49-F238E27FC236}">
                <a16:creationId xmlns:a16="http://schemas.microsoft.com/office/drawing/2014/main" id="{6DE027F7-FD09-33CC-63B6-1FE931F75F5B}"/>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Title Slides</a:t>
            </a:r>
          </a:p>
        </p:txBody>
      </p:sp>
      <p:sp>
        <p:nvSpPr>
          <p:cNvPr id="3" name="Rectangle 2">
            <a:extLst>
              <a:ext uri="{FF2B5EF4-FFF2-40B4-BE49-F238E27FC236}">
                <a16:creationId xmlns:a16="http://schemas.microsoft.com/office/drawing/2014/main" id="{5584FEA6-63EE-CF81-3180-C5A90B0721D4}"/>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EF36C795-EDCE-3F0E-6EB3-7640A2155610}"/>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37183571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lide / White">
    <p:bg>
      <p:bgPr>
        <a:solidFill>
          <a:srgbClr val="FFFFFF"/>
        </a:solidFill>
        <a:effectLst/>
      </p:bgPr>
    </p:bg>
    <p:spTree>
      <p:nvGrpSpPr>
        <p:cNvPr id="1" name=""/>
        <p:cNvGrpSpPr/>
        <p:nvPr/>
      </p:nvGrpSpPr>
      <p:grpSpPr>
        <a:xfrm>
          <a:off x="0" y="0"/>
          <a:ext cx="0" cy="0"/>
          <a:chOff x="0" y="0"/>
          <a:chExt cx="0" cy="0"/>
        </a:xfrm>
      </p:grpSpPr>
      <p:pic>
        <p:nvPicPr>
          <p:cNvPr id="13" name="Line 17" descr="preencoded.png">
            <a:extLst>
              <a:ext uri="{FF2B5EF4-FFF2-40B4-BE49-F238E27FC236}">
                <a16:creationId xmlns:a16="http://schemas.microsoft.com/office/drawing/2014/main" id="{C1BA724F-689A-0EFE-2638-7FE0FDE69C04}"/>
              </a:ext>
            </a:extLst>
          </p:cNvPr>
          <p:cNvPicPr>
            <a:picLocks noChangeAspect="1"/>
          </p:cNvPicPr>
          <p:nvPr userDrawn="1"/>
        </p:nvPicPr>
        <p:blipFill>
          <a:blip r:embed="rId2"/>
          <a:srcRect/>
          <a:stretch/>
        </p:blipFill>
        <p:spPr>
          <a:xfrm>
            <a:off x="1568450" y="6126956"/>
            <a:ext cx="6350" cy="323850"/>
          </a:xfrm>
          <a:prstGeom prst="rect">
            <a:avLst/>
          </a:prstGeom>
        </p:spPr>
      </p:pic>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p:blipFill>
        <p:spPr>
          <a:xfrm>
            <a:off x="412750" y="6122265"/>
            <a:ext cx="989856" cy="317501"/>
          </a:xfrm>
          <a:prstGeom prst="rect">
            <a:avLst/>
          </a:prstGeom>
        </p:spPr>
      </p:pic>
      <p:pic>
        <p:nvPicPr>
          <p:cNvPr id="14" name="Line 18" descr="preencoded.png">
            <a:extLst>
              <a:ext uri="{FF2B5EF4-FFF2-40B4-BE49-F238E27FC236}">
                <a16:creationId xmlns:a16="http://schemas.microsoft.com/office/drawing/2014/main" id="{69CD9203-B5DB-6E83-B2AA-556AA4178C4C}"/>
              </a:ext>
            </a:extLst>
          </p:cNvPr>
          <p:cNvPicPr preferRelativeResize="0">
            <a:picLocks/>
          </p:cNvPicPr>
          <p:nvPr userDrawn="1"/>
        </p:nvPicPr>
        <p:blipFill>
          <a:blip r:embed="rId5"/>
          <a:srcRect/>
          <a:stretch/>
        </p:blipFill>
        <p:spPr>
          <a:xfrm>
            <a:off x="406400" y="5835029"/>
            <a:ext cx="6554400" cy="2400"/>
          </a:xfrm>
          <a:prstGeom prst="rect">
            <a:avLst/>
          </a:prstGeom>
        </p:spPr>
      </p:pic>
      <p:pic>
        <p:nvPicPr>
          <p:cNvPr id="15" name="Line 14" descr="preencoded.png">
            <a:extLst>
              <a:ext uri="{FF2B5EF4-FFF2-40B4-BE49-F238E27FC236}">
                <a16:creationId xmlns:a16="http://schemas.microsoft.com/office/drawing/2014/main" id="{C0ED3328-227A-3A38-865E-2787DEFEC84E}"/>
              </a:ext>
            </a:extLst>
          </p:cNvPr>
          <p:cNvPicPr preferRelativeResize="0">
            <a:picLocks/>
          </p:cNvPicPr>
          <p:nvPr userDrawn="1"/>
        </p:nvPicPr>
        <p:blipFill>
          <a:blip r:embed="rId6"/>
          <a:srcRect/>
          <a:stretch/>
        </p:blipFill>
        <p:spPr>
          <a:xfrm>
            <a:off x="406400" y="698500"/>
            <a:ext cx="6554400" cy="2400"/>
          </a:xfrm>
          <a:prstGeom prst="rect">
            <a:avLst/>
          </a:prstGeom>
        </p:spPr>
      </p:pic>
      <p:sp>
        <p:nvSpPr>
          <p:cNvPr id="10" name="Picture Placeholder 8">
            <a:extLst>
              <a:ext uri="{FF2B5EF4-FFF2-40B4-BE49-F238E27FC236}">
                <a16:creationId xmlns:a16="http://schemas.microsoft.com/office/drawing/2014/main" id="{8FC3B2CF-7DE5-4E11-6B3F-02E6AF2264C6}"/>
              </a:ext>
            </a:extLst>
          </p:cNvPr>
          <p:cNvSpPr>
            <a:spLocks noGrp="1"/>
          </p:cNvSpPr>
          <p:nvPr>
            <p:ph type="pic" sz="quarter" idx="163"/>
          </p:nvPr>
        </p:nvSpPr>
        <p:spPr>
          <a:xfrm>
            <a:off x="7162798" y="408054"/>
            <a:ext cx="4621786" cy="6042753"/>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1333">
                <a:solidFill>
                  <a:schemeClr val="bg1"/>
                </a:solidFill>
              </a:defRPr>
            </a:lvl1pPr>
          </a:lstStyle>
          <a:p>
            <a:pPr marL="0" lvl="0" indent="0">
              <a:buNone/>
            </a:pPr>
            <a:r>
              <a:rPr lang="en-GB"/>
              <a:t>Click icon to add picture</a:t>
            </a:r>
            <a:endParaRPr lang="en-US"/>
          </a:p>
        </p:txBody>
      </p:sp>
      <p:sp>
        <p:nvSpPr>
          <p:cNvPr id="7" name="Data">
            <a:extLst>
              <a:ext uri="{FF2B5EF4-FFF2-40B4-BE49-F238E27FC236}">
                <a16:creationId xmlns:a16="http://schemas.microsoft.com/office/drawing/2014/main" id="{1AE33596-EE19-BB0B-9607-613EB113938E}"/>
              </a:ext>
            </a:extLst>
          </p:cNvPr>
          <p:cNvSpPr>
            <a:spLocks noGrp="1"/>
          </p:cNvSpPr>
          <p:nvPr>
            <p:ph type="body" idx="106" hasCustomPrompt="1"/>
          </p:nvPr>
        </p:nvSpPr>
        <p:spPr>
          <a:xfrm>
            <a:off x="406399" y="408054"/>
            <a:ext cx="55728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Speaker">
            <a:extLst>
              <a:ext uri="{FF2B5EF4-FFF2-40B4-BE49-F238E27FC236}">
                <a16:creationId xmlns:a16="http://schemas.microsoft.com/office/drawing/2014/main" id="{0E7E42FF-6253-4F58-C5A7-44E1CBB8CEAA}"/>
              </a:ext>
            </a:extLst>
          </p:cNvPr>
          <p:cNvSpPr>
            <a:spLocks noGrp="1"/>
          </p:cNvSpPr>
          <p:nvPr>
            <p:ph type="body" idx="107" hasCustomPrompt="1"/>
          </p:nvPr>
        </p:nvSpPr>
        <p:spPr>
          <a:xfrm>
            <a:off x="427774" y="3155895"/>
            <a:ext cx="5572800" cy="208390"/>
          </a:xfrm>
          <a:prstGeom prst="rect">
            <a:avLst/>
          </a:prstGeom>
          <a:noFill/>
          <a:ln/>
        </p:spPr>
        <p:txBody>
          <a:bodyPr wrap="square" lIns="0" tIns="0" rIns="0" bIns="0" rtlCol="0" anchor="t" anchorCtr="0">
            <a:sp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tx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5" name="Speaker">
            <a:extLst>
              <a:ext uri="{FF2B5EF4-FFF2-40B4-BE49-F238E27FC236}">
                <a16:creationId xmlns:a16="http://schemas.microsoft.com/office/drawing/2014/main" id="{3B324832-34A8-3BD8-F91B-6E59EC0DCE03}"/>
              </a:ext>
            </a:extLst>
          </p:cNvPr>
          <p:cNvSpPr>
            <a:spLocks noGrp="1"/>
          </p:cNvSpPr>
          <p:nvPr>
            <p:ph type="body" idx="164" hasCustomPrompt="1"/>
          </p:nvPr>
        </p:nvSpPr>
        <p:spPr>
          <a:xfrm>
            <a:off x="1777998" y="6185998"/>
            <a:ext cx="4228800" cy="205185"/>
          </a:xfrm>
          <a:prstGeom prst="rect">
            <a:avLst/>
          </a:prstGeom>
          <a:noFill/>
          <a:ln/>
        </p:spPr>
        <p:txBody>
          <a:bodyPr wrap="square" lIns="0" tIns="0" rIns="0" bIns="0" rtlCol="0" anchor="ctr" anchorCtr="0">
            <a:noAutofit/>
          </a:bodyPr>
          <a:lstStyle>
            <a:lvl1pPr marL="0" indent="0" algn="l">
              <a:lnSpc>
                <a:spcPts val="1600"/>
              </a:lnSpc>
              <a:spcBef>
                <a:spcPts val="16"/>
              </a:spcBef>
              <a:buNone/>
              <a:defRPr lang="en-US" sz="1253" kern="0" spc="0" dirty="0">
                <a:solidFill>
                  <a:schemeClr val="tx1"/>
                </a:solidFill>
                <a:latin typeface="+mn-lt"/>
                <a:ea typeface="Arial" panose="020B0604020202020204" pitchFamily="34" charset="0"/>
                <a:cs typeface="Arial" panose="020B0604020202020204" pitchFamily="34" charset="0"/>
              </a:defRPr>
            </a:lvl1pPr>
          </a:lstStyle>
          <a:p>
            <a:pPr lvl="0"/>
            <a:r>
              <a:rPr lang="en-US" sz="1333"/>
              <a:t>[Speaker Name] • [Subtitle]</a:t>
            </a:r>
            <a:endParaRPr lang="en-US"/>
          </a:p>
        </p:txBody>
      </p:sp>
      <p:sp>
        <p:nvSpPr>
          <p:cNvPr id="2" name="Title 2">
            <a:extLst>
              <a:ext uri="{FF2B5EF4-FFF2-40B4-BE49-F238E27FC236}">
                <a16:creationId xmlns:a16="http://schemas.microsoft.com/office/drawing/2014/main" id="{387F77E0-00D3-4906-BAC5-6EFBAA37D13F}"/>
              </a:ext>
            </a:extLst>
          </p:cNvPr>
          <p:cNvSpPr>
            <a:spLocks noGrp="1"/>
          </p:cNvSpPr>
          <p:nvPr>
            <p:ph type="title" hasCustomPrompt="1"/>
          </p:nvPr>
        </p:nvSpPr>
        <p:spPr>
          <a:xfrm>
            <a:off x="427775" y="902396"/>
            <a:ext cx="5571919" cy="1867178"/>
          </a:xfrm>
          <a:prstGeom prst="rect">
            <a:avLst/>
          </a:prstGeom>
          <a:noFill/>
        </p:spPr>
        <p:txBody>
          <a:bodyPr wrap="square" lIns="0" tIns="0" rIns="0" bIns="0" rtlCol="0" anchor="t" anchorCtr="0">
            <a:noAutofit/>
          </a:bodyPr>
          <a:lstStyle>
            <a:lvl1pPr algn="l">
              <a:defRPr lang="en-US" sz="48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lide / Dark">
    <p:bg>
      <p:bgPr>
        <a:solidFill>
          <a:srgbClr val="150027"/>
        </a:solidFill>
        <a:effectLst/>
      </p:bgPr>
    </p:bg>
    <p:spTree>
      <p:nvGrpSpPr>
        <p:cNvPr id="1" name=""/>
        <p:cNvGrpSpPr/>
        <p:nvPr/>
      </p:nvGrpSpPr>
      <p:grpSpPr>
        <a:xfrm>
          <a:off x="0" y="0"/>
          <a:ext cx="0" cy="0"/>
          <a:chOff x="0" y="0"/>
          <a:chExt cx="0" cy="0"/>
        </a:xfrm>
      </p:grpSpPr>
      <p:sp>
        <p:nvSpPr>
          <p:cNvPr id="9" name="Text 0"/>
          <p:cNvSpPr>
            <a:spLocks noGrp="1"/>
          </p:cNvSpPr>
          <p:nvPr>
            <p:ph type="body" idx="107" hasCustomPrompt="1"/>
          </p:nvPr>
        </p:nvSpPr>
        <p:spPr>
          <a:xfrm>
            <a:off x="1771649" y="6201585"/>
            <a:ext cx="4228800" cy="188898"/>
          </a:xfrm>
          <a:prstGeom prst="rect">
            <a:avLst/>
          </a:prstGeom>
          <a:noFill/>
          <a:ln/>
        </p:spPr>
        <p:txBody>
          <a:bodyPr wrap="square" lIns="0" tIns="0" rIns="0" bIns="0" rtlCol="0" anchor="b">
            <a:noAutofit/>
          </a:bodyPr>
          <a:lstStyle>
            <a:lvl1pPr marL="0" indent="0" algn="l">
              <a:lnSpc>
                <a:spcPct val="100000"/>
              </a:lnSpc>
              <a:buNone/>
              <a:defRPr lang="en-US" sz="1250" kern="0" spc="0" dirty="0">
                <a:solidFill>
                  <a:srgbClr val="FFFFFF"/>
                </a:solidFill>
                <a:latin typeface="+mn-lt"/>
                <a:ea typeface="Arial" panose="020B0604020202020204" pitchFamily="34" charset="0"/>
                <a:cs typeface="Arial" panose="020B0604020202020204" pitchFamily="34" charset="0"/>
              </a:defRPr>
            </a:lvl1pPr>
          </a:lstStyle>
          <a:p>
            <a:pPr lvl="0"/>
            <a:r>
              <a:rPr lang="en-US" sz="1200"/>
              <a:t>[Speaker Name] • [Subtitle]</a:t>
            </a:r>
            <a:endParaRPr lang="en-US"/>
          </a:p>
        </p:txBody>
      </p:sp>
      <p:pic>
        <p:nvPicPr>
          <p:cNvPr id="11" name="Line 17" descr="preencoded.png">
            <a:extLst>
              <a:ext uri="{FF2B5EF4-FFF2-40B4-BE49-F238E27FC236}">
                <a16:creationId xmlns:a16="http://schemas.microsoft.com/office/drawing/2014/main" id="{383FA439-76AC-F189-A59C-F87FC58181FD}"/>
              </a:ext>
            </a:extLst>
          </p:cNvPr>
          <p:cNvPicPr>
            <a:picLocks noChangeAspect="1"/>
          </p:cNvPicPr>
          <p:nvPr userDrawn="1"/>
        </p:nvPicPr>
        <p:blipFill>
          <a:blip r:embed="rId2"/>
          <a:srcRect/>
          <a:stretch/>
        </p:blipFill>
        <p:spPr>
          <a:xfrm>
            <a:off x="1568450" y="6126956"/>
            <a:ext cx="6350" cy="323850"/>
          </a:xfrm>
          <a:prstGeom prst="rect">
            <a:avLst/>
          </a:prstGeom>
        </p:spPr>
      </p:pic>
      <p:pic>
        <p:nvPicPr>
          <p:cNvPr id="12" name="Line 18" descr="preencoded.png">
            <a:extLst>
              <a:ext uri="{FF2B5EF4-FFF2-40B4-BE49-F238E27FC236}">
                <a16:creationId xmlns:a16="http://schemas.microsoft.com/office/drawing/2014/main" id="{1E3E4597-07AE-4134-FA2B-F8E15146CD36}"/>
              </a:ext>
            </a:extLst>
          </p:cNvPr>
          <p:cNvPicPr preferRelativeResize="0">
            <a:picLocks/>
          </p:cNvPicPr>
          <p:nvPr userDrawn="1"/>
        </p:nvPicPr>
        <p:blipFill>
          <a:blip r:embed="rId3"/>
          <a:srcRect/>
          <a:stretch/>
        </p:blipFill>
        <p:spPr>
          <a:xfrm>
            <a:off x="406400" y="5835029"/>
            <a:ext cx="6554400" cy="2400"/>
          </a:xfrm>
          <a:prstGeom prst="rect">
            <a:avLst/>
          </a:prstGeom>
        </p:spPr>
      </p:pic>
      <p:pic>
        <p:nvPicPr>
          <p:cNvPr id="13" name="Line 14" descr="preencoded.png">
            <a:extLst>
              <a:ext uri="{FF2B5EF4-FFF2-40B4-BE49-F238E27FC236}">
                <a16:creationId xmlns:a16="http://schemas.microsoft.com/office/drawing/2014/main" id="{6C586A9A-7F4D-F440-9C10-7182DB8A8374}"/>
              </a:ext>
            </a:extLst>
          </p:cNvPr>
          <p:cNvPicPr preferRelativeResize="0">
            <a:picLocks/>
          </p:cNvPicPr>
          <p:nvPr userDrawn="1"/>
        </p:nvPicPr>
        <p:blipFill>
          <a:blip r:embed="rId4"/>
          <a:srcRect/>
          <a:stretch/>
        </p:blipFill>
        <p:spPr>
          <a:xfrm>
            <a:off x="406400" y="698500"/>
            <a:ext cx="6553200" cy="2400"/>
          </a:xfrm>
          <a:prstGeom prst="rect">
            <a:avLst/>
          </a:prstGeom>
        </p:spPr>
      </p:pic>
      <p:pic>
        <p:nvPicPr>
          <p:cNvPr id="14" name="Xebia" descr="preencoded.png">
            <a:extLst>
              <a:ext uri="{FF2B5EF4-FFF2-40B4-BE49-F238E27FC236}">
                <a16:creationId xmlns:a16="http://schemas.microsoft.com/office/drawing/2014/main" id="{7FFF8452-048E-2E61-DDCA-EAC987835D01}"/>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412750" y="6122265"/>
            <a:ext cx="989856" cy="317501"/>
          </a:xfrm>
          <a:prstGeom prst="rect">
            <a:avLst/>
          </a:prstGeom>
        </p:spPr>
      </p:pic>
      <p:sp>
        <p:nvSpPr>
          <p:cNvPr id="7" name="Picture Placeholder 8">
            <a:extLst>
              <a:ext uri="{FF2B5EF4-FFF2-40B4-BE49-F238E27FC236}">
                <a16:creationId xmlns:a16="http://schemas.microsoft.com/office/drawing/2014/main" id="{03AB268C-6A9B-EBFF-2330-CED7F86B1F97}"/>
              </a:ext>
            </a:extLst>
          </p:cNvPr>
          <p:cNvSpPr>
            <a:spLocks noGrp="1"/>
          </p:cNvSpPr>
          <p:nvPr>
            <p:ph type="pic" sz="quarter" idx="163"/>
          </p:nvPr>
        </p:nvSpPr>
        <p:spPr>
          <a:xfrm>
            <a:off x="7162798" y="408053"/>
            <a:ext cx="4621786" cy="6045664"/>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rgbClr val="130025"/>
                </a:solidFill>
              </a:defRPr>
            </a:lvl1pPr>
          </a:lstStyle>
          <a:p>
            <a:pPr marL="0" lvl="0" indent="0">
              <a:buNone/>
            </a:pPr>
            <a:r>
              <a:rPr lang="en-GB"/>
              <a:t>Click icon to add picture</a:t>
            </a:r>
            <a:endParaRPr lang="en-US"/>
          </a:p>
        </p:txBody>
      </p:sp>
      <p:sp>
        <p:nvSpPr>
          <p:cNvPr id="3" name="Text 0">
            <a:extLst>
              <a:ext uri="{FF2B5EF4-FFF2-40B4-BE49-F238E27FC236}">
                <a16:creationId xmlns:a16="http://schemas.microsoft.com/office/drawing/2014/main" id="{67DE5614-C546-3912-2494-D1E50117F9DB}"/>
              </a:ext>
            </a:extLst>
          </p:cNvPr>
          <p:cNvSpPr>
            <a:spLocks noGrp="1"/>
          </p:cNvSpPr>
          <p:nvPr>
            <p:ph type="body" idx="106" hasCustomPrompt="1"/>
          </p:nvPr>
        </p:nvSpPr>
        <p:spPr>
          <a:xfrm>
            <a:off x="406400" y="408054"/>
            <a:ext cx="5572800" cy="232628"/>
          </a:xfrm>
          <a:prstGeom prst="rect">
            <a:avLst/>
          </a:prstGeom>
          <a:noFill/>
          <a:ln/>
        </p:spPr>
        <p:txBody>
          <a:bodyPr wrap="square" lIns="0" tIns="0" rIns="0" bIns="0" rtlCol="0" anchor="t">
            <a:sp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Speaker">
            <a:extLst>
              <a:ext uri="{FF2B5EF4-FFF2-40B4-BE49-F238E27FC236}">
                <a16:creationId xmlns:a16="http://schemas.microsoft.com/office/drawing/2014/main" id="{622046C3-8740-6113-D43C-5E780BFF9079}"/>
              </a:ext>
            </a:extLst>
          </p:cNvPr>
          <p:cNvSpPr>
            <a:spLocks noGrp="1"/>
          </p:cNvSpPr>
          <p:nvPr>
            <p:ph type="body" idx="164" hasCustomPrompt="1"/>
          </p:nvPr>
        </p:nvSpPr>
        <p:spPr>
          <a:xfrm>
            <a:off x="427774" y="3155895"/>
            <a:ext cx="557280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bg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8" name="Title 2">
            <a:extLst>
              <a:ext uri="{FF2B5EF4-FFF2-40B4-BE49-F238E27FC236}">
                <a16:creationId xmlns:a16="http://schemas.microsoft.com/office/drawing/2014/main" id="{EEA246D1-021D-3BAA-C255-B653E97AD3DB}"/>
              </a:ext>
            </a:extLst>
          </p:cNvPr>
          <p:cNvSpPr>
            <a:spLocks noGrp="1"/>
          </p:cNvSpPr>
          <p:nvPr>
            <p:ph type="title" hasCustomPrompt="1"/>
          </p:nvPr>
        </p:nvSpPr>
        <p:spPr>
          <a:xfrm>
            <a:off x="427775" y="902396"/>
            <a:ext cx="5571919" cy="1867178"/>
          </a:xfrm>
          <a:prstGeom prst="rect">
            <a:avLst/>
          </a:prstGeom>
          <a:noFill/>
        </p:spPr>
        <p:txBody>
          <a:bodyPr wrap="square" lIns="0" tIns="0" rIns="0" bIns="0" rtlCol="0" anchor="t" anchorCtr="0">
            <a:noAutofit/>
          </a:bodyPr>
          <a:lstStyle>
            <a:lvl1pPr algn="l">
              <a:defRPr lang="en-US" sz="48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Grey">
    <p:bg>
      <p:bgPr>
        <a:solidFill>
          <a:srgbClr val="E3E3E6"/>
        </a:solidFill>
        <a:effectLst/>
      </p:bgPr>
    </p:bg>
    <p:spTree>
      <p:nvGrpSpPr>
        <p:cNvPr id="1" name=""/>
        <p:cNvGrpSpPr/>
        <p:nvPr/>
      </p:nvGrpSpPr>
      <p:grpSpPr>
        <a:xfrm>
          <a:off x="0" y="0"/>
          <a:ext cx="0" cy="0"/>
          <a:chOff x="0" y="0"/>
          <a:chExt cx="0" cy="0"/>
        </a:xfrm>
      </p:grpSpPr>
      <p:sp>
        <p:nvSpPr>
          <p:cNvPr id="6" name="Text 0">
            <a:extLst>
              <a:ext uri="{FF2B5EF4-FFF2-40B4-BE49-F238E27FC236}">
                <a16:creationId xmlns:a16="http://schemas.microsoft.com/office/drawing/2014/main" id="{0E7E42FF-6253-4F58-C5A7-44E1CBB8CEAA}"/>
              </a:ext>
            </a:extLst>
          </p:cNvPr>
          <p:cNvSpPr>
            <a:spLocks noGrp="1"/>
          </p:cNvSpPr>
          <p:nvPr>
            <p:ph type="body" idx="107" hasCustomPrompt="1"/>
          </p:nvPr>
        </p:nvSpPr>
        <p:spPr>
          <a:xfrm>
            <a:off x="1771650" y="6201583"/>
            <a:ext cx="4228800" cy="188898"/>
          </a:xfrm>
          <a:prstGeom prst="rect">
            <a:avLst/>
          </a:prstGeom>
          <a:noFill/>
          <a:ln/>
        </p:spPr>
        <p:txBody>
          <a:bodyPr wrap="square" lIns="0" tIns="0" rIns="0" bIns="0" rtlCol="0" anchor="b">
            <a:noAutofit/>
          </a:bodyPr>
          <a:lstStyle>
            <a:lvl1pPr marL="0" indent="0" algn="l">
              <a:lnSpc>
                <a:spcPct val="100000"/>
              </a:lnSpc>
              <a:buNone/>
              <a:defRPr lang="en-US" sz="1250" kern="0" spc="0" dirty="0">
                <a:solidFill>
                  <a:schemeClr val="tx1"/>
                </a:solidFill>
                <a:latin typeface="+mn-lt"/>
                <a:ea typeface="Arial" panose="020B0604020202020204" pitchFamily="34" charset="0"/>
                <a:cs typeface="Arial" panose="020B0604020202020204" pitchFamily="34" charset="0"/>
              </a:defRPr>
            </a:lvl1pPr>
          </a:lstStyle>
          <a:p>
            <a:pPr lvl="0"/>
            <a:r>
              <a:rPr lang="en-US" sz="1200"/>
              <a:t>[Speaker Name] • [Subtitle]</a:t>
            </a:r>
            <a:endParaRPr lang="en-US"/>
          </a:p>
        </p:txBody>
      </p:sp>
      <p:pic>
        <p:nvPicPr>
          <p:cNvPr id="13" name="Line 17" descr="preencoded.png">
            <a:extLst>
              <a:ext uri="{FF2B5EF4-FFF2-40B4-BE49-F238E27FC236}">
                <a16:creationId xmlns:a16="http://schemas.microsoft.com/office/drawing/2014/main" id="{C1BA724F-689A-0EFE-2638-7FE0FDE69C04}"/>
              </a:ext>
            </a:extLst>
          </p:cNvPr>
          <p:cNvPicPr>
            <a:picLocks noChangeAspect="1"/>
          </p:cNvPicPr>
          <p:nvPr userDrawn="1"/>
        </p:nvPicPr>
        <p:blipFill>
          <a:blip r:embed="rId2"/>
          <a:srcRect/>
          <a:stretch/>
        </p:blipFill>
        <p:spPr>
          <a:xfrm>
            <a:off x="1568450" y="6126956"/>
            <a:ext cx="6350" cy="323850"/>
          </a:xfrm>
          <a:prstGeom prst="rect">
            <a:avLst/>
          </a:prstGeom>
        </p:spPr>
      </p:pic>
      <p:pic>
        <p:nvPicPr>
          <p:cNvPr id="14" name="Line 18" descr="preencoded.png">
            <a:extLst>
              <a:ext uri="{FF2B5EF4-FFF2-40B4-BE49-F238E27FC236}">
                <a16:creationId xmlns:a16="http://schemas.microsoft.com/office/drawing/2014/main" id="{69CD9203-B5DB-6E83-B2AA-556AA4178C4C}"/>
              </a:ext>
            </a:extLst>
          </p:cNvPr>
          <p:cNvPicPr preferRelativeResize="0">
            <a:picLocks/>
          </p:cNvPicPr>
          <p:nvPr userDrawn="1"/>
        </p:nvPicPr>
        <p:blipFill>
          <a:blip r:embed="rId3"/>
          <a:srcRect/>
          <a:stretch/>
        </p:blipFill>
        <p:spPr>
          <a:xfrm>
            <a:off x="406400" y="5835029"/>
            <a:ext cx="6554400" cy="2400"/>
          </a:xfrm>
          <a:prstGeom prst="rect">
            <a:avLst/>
          </a:prstGeom>
        </p:spPr>
      </p:pic>
      <p:pic>
        <p:nvPicPr>
          <p:cNvPr id="15" name="Line 14" descr="preencoded.png">
            <a:extLst>
              <a:ext uri="{FF2B5EF4-FFF2-40B4-BE49-F238E27FC236}">
                <a16:creationId xmlns:a16="http://schemas.microsoft.com/office/drawing/2014/main" id="{C0ED3328-227A-3A38-865E-2787DEFEC84E}"/>
              </a:ext>
            </a:extLst>
          </p:cNvPr>
          <p:cNvPicPr preferRelativeResize="0">
            <a:picLocks/>
          </p:cNvPicPr>
          <p:nvPr userDrawn="1"/>
        </p:nvPicPr>
        <p:blipFill>
          <a:blip r:embed="rId4"/>
          <a:srcRect/>
          <a:stretch/>
        </p:blipFill>
        <p:spPr>
          <a:xfrm>
            <a:off x="406400" y="698500"/>
            <a:ext cx="6553200" cy="2400"/>
          </a:xfrm>
          <a:prstGeom prst="rect">
            <a:avLst/>
          </a:prstGeom>
        </p:spPr>
      </p:pic>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412750" y="6122265"/>
            <a:ext cx="989856" cy="317501"/>
          </a:xfrm>
          <a:prstGeom prst="rect">
            <a:avLst/>
          </a:prstGeom>
        </p:spPr>
      </p:pic>
      <p:sp>
        <p:nvSpPr>
          <p:cNvPr id="10" name="Picture Placeholder 8">
            <a:extLst>
              <a:ext uri="{FF2B5EF4-FFF2-40B4-BE49-F238E27FC236}">
                <a16:creationId xmlns:a16="http://schemas.microsoft.com/office/drawing/2014/main" id="{8FC3B2CF-7DE5-4E11-6B3F-02E6AF2264C6}"/>
              </a:ext>
            </a:extLst>
          </p:cNvPr>
          <p:cNvSpPr>
            <a:spLocks noGrp="1"/>
          </p:cNvSpPr>
          <p:nvPr>
            <p:ph type="pic" sz="quarter" idx="163"/>
          </p:nvPr>
        </p:nvSpPr>
        <p:spPr>
          <a:xfrm>
            <a:off x="7162798" y="401374"/>
            <a:ext cx="4621786" cy="6049433"/>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rgbClr val="E3E3E6"/>
                </a:solidFill>
              </a:defRPr>
            </a:lvl1pPr>
          </a:lstStyle>
          <a:p>
            <a:pPr marL="0" lvl="0" indent="0">
              <a:buNone/>
            </a:pPr>
            <a:r>
              <a:rPr lang="en-GB"/>
              <a:t>Click icon to add picture</a:t>
            </a:r>
            <a:endParaRPr lang="en-US"/>
          </a:p>
        </p:txBody>
      </p:sp>
      <p:sp>
        <p:nvSpPr>
          <p:cNvPr id="7" name="Text 0">
            <a:extLst>
              <a:ext uri="{FF2B5EF4-FFF2-40B4-BE49-F238E27FC236}">
                <a16:creationId xmlns:a16="http://schemas.microsoft.com/office/drawing/2014/main" id="{1AE33596-EE19-BB0B-9607-613EB113938E}"/>
              </a:ext>
            </a:extLst>
          </p:cNvPr>
          <p:cNvSpPr>
            <a:spLocks noGrp="1"/>
          </p:cNvSpPr>
          <p:nvPr>
            <p:ph type="body" idx="106" hasCustomPrompt="1"/>
          </p:nvPr>
        </p:nvSpPr>
        <p:spPr>
          <a:xfrm>
            <a:off x="406400" y="408054"/>
            <a:ext cx="55728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peaker">
            <a:extLst>
              <a:ext uri="{FF2B5EF4-FFF2-40B4-BE49-F238E27FC236}">
                <a16:creationId xmlns:a16="http://schemas.microsoft.com/office/drawing/2014/main" id="{46CD3F3A-B980-1457-8D45-BCFC9C84AF97}"/>
              </a:ext>
            </a:extLst>
          </p:cNvPr>
          <p:cNvSpPr>
            <a:spLocks noGrp="1"/>
          </p:cNvSpPr>
          <p:nvPr>
            <p:ph type="body" idx="164" hasCustomPrompt="1"/>
          </p:nvPr>
        </p:nvSpPr>
        <p:spPr>
          <a:xfrm>
            <a:off x="427774" y="3155895"/>
            <a:ext cx="557280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tx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5" name="Title 2">
            <a:extLst>
              <a:ext uri="{FF2B5EF4-FFF2-40B4-BE49-F238E27FC236}">
                <a16:creationId xmlns:a16="http://schemas.microsoft.com/office/drawing/2014/main" id="{359DF705-40DC-9C9F-F0AF-33B2F4B1DE5A}"/>
              </a:ext>
            </a:extLst>
          </p:cNvPr>
          <p:cNvSpPr>
            <a:spLocks noGrp="1"/>
          </p:cNvSpPr>
          <p:nvPr>
            <p:ph type="title" hasCustomPrompt="1"/>
          </p:nvPr>
        </p:nvSpPr>
        <p:spPr>
          <a:xfrm>
            <a:off x="427775" y="902396"/>
            <a:ext cx="5571919" cy="1641731"/>
          </a:xfrm>
          <a:prstGeom prst="rect">
            <a:avLst/>
          </a:prstGeom>
          <a:noFill/>
        </p:spPr>
        <p:txBody>
          <a:bodyPr wrap="square" lIns="0" tIns="0" rIns="0" bIns="0" rtlCol="0" anchor="t" anchorCtr="0">
            <a:noAutofit/>
          </a:bodyPr>
          <a:lstStyle>
            <a:lvl1pPr algn="l">
              <a:lnSpc>
                <a:spcPct val="100000"/>
              </a:lnSpc>
              <a:defRPr lang="en-US" sz="5334"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Tree>
    <p:extLst>
      <p:ext uri="{BB962C8B-B14F-4D97-AF65-F5344CB8AC3E}">
        <p14:creationId xmlns:p14="http://schemas.microsoft.com/office/powerpoint/2010/main" val="2795689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White / 2">
    <p:bg>
      <p:bgPr>
        <a:solidFill>
          <a:srgbClr val="FFFFFF"/>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5" name="Title 2">
            <a:extLst>
              <a:ext uri="{FF2B5EF4-FFF2-40B4-BE49-F238E27FC236}">
                <a16:creationId xmlns:a16="http://schemas.microsoft.com/office/drawing/2014/main" id="{186072D0-B754-8BB1-CB74-61B5C5381E09}"/>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20" name="Text Placeholder 2">
            <a:extLst>
              <a:ext uri="{FF2B5EF4-FFF2-40B4-BE49-F238E27FC236}">
                <a16:creationId xmlns:a16="http://schemas.microsoft.com/office/drawing/2014/main" id="{EC2EEAE8-6DB8-0F7E-51E0-AE27B6ED64AC}"/>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21" name="Text Placeholder 2">
            <a:extLst>
              <a:ext uri="{FF2B5EF4-FFF2-40B4-BE49-F238E27FC236}">
                <a16:creationId xmlns:a16="http://schemas.microsoft.com/office/drawing/2014/main" id="{3B6EA89B-9E28-C465-7E13-81F34245049E}"/>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7" name="Text Placeholder 2">
            <a:extLst>
              <a:ext uri="{FF2B5EF4-FFF2-40B4-BE49-F238E27FC236}">
                <a16:creationId xmlns:a16="http://schemas.microsoft.com/office/drawing/2014/main" id="{B55ABDC6-8272-25BB-832F-376FC8026FAF}"/>
              </a:ext>
            </a:extLst>
          </p:cNvPr>
          <p:cNvSpPr>
            <a:spLocks noGrp="1"/>
          </p:cNvSpPr>
          <p:nvPr>
            <p:ph type="body" sz="quarter" idx="166" hasCustomPrompt="1"/>
          </p:nvPr>
        </p:nvSpPr>
        <p:spPr>
          <a:xfrm>
            <a:off x="405024" y="1253079"/>
            <a:ext cx="7640696" cy="307777"/>
          </a:xfrm>
          <a:prstGeom prst="rect">
            <a:avLst/>
          </a:prstGeom>
        </p:spPr>
        <p:txBody>
          <a:bodyPr wrap="square" lIns="0" tIns="0" rIns="0" bIns="0" anchor="t">
            <a:spAutoFit/>
          </a:bodyPr>
          <a:lstStyle>
            <a:lvl1pPr marL="0" indent="0">
              <a:lnSpc>
                <a:spcPct val="100000"/>
              </a:lnSpc>
              <a:buFontTx/>
              <a:buNone/>
              <a:defRPr sz="20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8737567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lide / Dark / 2">
    <p:bg>
      <p:bgPr>
        <a:solidFill>
          <a:srgbClr val="140025"/>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5" name="Text Placeholder 2">
            <a:extLst>
              <a:ext uri="{FF2B5EF4-FFF2-40B4-BE49-F238E27FC236}">
                <a16:creationId xmlns:a16="http://schemas.microsoft.com/office/drawing/2014/main" id="{CA707499-D7CF-8DEF-24E9-98AAD50C815A}"/>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8" name="Text Placeholder 2">
            <a:extLst>
              <a:ext uri="{FF2B5EF4-FFF2-40B4-BE49-F238E27FC236}">
                <a16:creationId xmlns:a16="http://schemas.microsoft.com/office/drawing/2014/main" id="{DBF94115-D5C7-433B-4388-8D19106EAEB2}"/>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4" name="Title 2">
            <a:extLst>
              <a:ext uri="{FF2B5EF4-FFF2-40B4-BE49-F238E27FC236}">
                <a16:creationId xmlns:a16="http://schemas.microsoft.com/office/drawing/2014/main" id="{ECE8EBCF-1EBB-684C-6DBF-E6BC4FC52254}"/>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7" name="Text Placeholder 2">
            <a:extLst>
              <a:ext uri="{FF2B5EF4-FFF2-40B4-BE49-F238E27FC236}">
                <a16:creationId xmlns:a16="http://schemas.microsoft.com/office/drawing/2014/main" id="{72EFAD40-87D1-934F-3A31-D562DB787FA7}"/>
              </a:ext>
            </a:extLst>
          </p:cNvPr>
          <p:cNvSpPr>
            <a:spLocks noGrp="1"/>
          </p:cNvSpPr>
          <p:nvPr>
            <p:ph type="body" sz="quarter" idx="166" hasCustomPrompt="1"/>
          </p:nvPr>
        </p:nvSpPr>
        <p:spPr>
          <a:xfrm>
            <a:off x="405024" y="1253079"/>
            <a:ext cx="7640696" cy="307777"/>
          </a:xfrm>
          <a:prstGeom prst="rect">
            <a:avLst/>
          </a:prstGeom>
        </p:spPr>
        <p:txBody>
          <a:bodyPr wrap="square" lIns="0" tIns="0" rIns="0" bIns="0" anchor="t">
            <a:spAutoFit/>
          </a:bodyPr>
          <a:lstStyle>
            <a:lvl1pPr marL="0" indent="0">
              <a:lnSpc>
                <a:spcPct val="100000"/>
              </a:lnSpc>
              <a:buFontTx/>
              <a:buNone/>
              <a:defRPr sz="20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2700971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 Grey / 2">
    <p:bg>
      <p:bgPr>
        <a:solidFill>
          <a:srgbClr val="E2E3E6"/>
        </a:solidFill>
        <a:effectLst/>
      </p:bgPr>
    </p:bg>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7A7DA457-F60E-7ADD-D94C-379A09560FDA}"/>
              </a:ext>
            </a:extLst>
          </p:cNvPr>
          <p:cNvSpPr>
            <a:spLocks noGrp="1"/>
          </p:cNvSpPr>
          <p:nvPr>
            <p:ph type="pic" sz="quarter" idx="163"/>
          </p:nvPr>
        </p:nvSpPr>
        <p:spPr>
          <a:xfrm>
            <a:off x="2" y="3429000"/>
            <a:ext cx="12191999" cy="3429000"/>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pic>
        <p:nvPicPr>
          <p:cNvPr id="9" name="Xebia" descr="preencoded.png">
            <a:extLst>
              <a:ext uri="{FF2B5EF4-FFF2-40B4-BE49-F238E27FC236}">
                <a16:creationId xmlns:a16="http://schemas.microsoft.com/office/drawing/2014/main" id="{84AAA107-768C-F4D8-189F-05CE2EF8CF4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0795744" y="404285"/>
            <a:ext cx="989856" cy="317501"/>
          </a:xfrm>
          <a:prstGeom prst="rect">
            <a:avLst/>
          </a:prstGeom>
        </p:spPr>
      </p:pic>
      <p:sp>
        <p:nvSpPr>
          <p:cNvPr id="3" name="Text Placeholder 2">
            <a:extLst>
              <a:ext uri="{FF2B5EF4-FFF2-40B4-BE49-F238E27FC236}">
                <a16:creationId xmlns:a16="http://schemas.microsoft.com/office/drawing/2014/main" id="{462A0814-62B1-DA7F-6BB7-4BA65A5D2148}"/>
              </a:ext>
            </a:extLst>
          </p:cNvPr>
          <p:cNvSpPr>
            <a:spLocks noGrp="1"/>
          </p:cNvSpPr>
          <p:nvPr>
            <p:ph type="body" sz="quarter" idx="165" hasCustomPrompt="1"/>
          </p:nvPr>
        </p:nvSpPr>
        <p:spPr>
          <a:xfrm>
            <a:off x="405024" y="2892148"/>
            <a:ext cx="2714943" cy="184666"/>
          </a:xfrm>
          <a:prstGeom prst="rect">
            <a:avLst/>
          </a:prstGeom>
        </p:spPr>
        <p:txBody>
          <a:bodyPr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Document date</a:t>
            </a:r>
          </a:p>
        </p:txBody>
      </p:sp>
      <p:sp>
        <p:nvSpPr>
          <p:cNvPr id="7" name="Text Placeholder 2">
            <a:extLst>
              <a:ext uri="{FF2B5EF4-FFF2-40B4-BE49-F238E27FC236}">
                <a16:creationId xmlns:a16="http://schemas.microsoft.com/office/drawing/2014/main" id="{BDC3FB56-6584-0FC9-EE1A-46C33D22311F}"/>
              </a:ext>
            </a:extLst>
          </p:cNvPr>
          <p:cNvSpPr>
            <a:spLocks noGrp="1"/>
          </p:cNvSpPr>
          <p:nvPr>
            <p:ph type="body" sz="quarter" idx="107" hasCustomPrompt="1"/>
          </p:nvPr>
        </p:nvSpPr>
        <p:spPr>
          <a:xfrm>
            <a:off x="3315879" y="2887917"/>
            <a:ext cx="3643721" cy="184666"/>
          </a:xfrm>
          <a:prstGeom prst="rect">
            <a:avLst/>
          </a:prstGeom>
        </p:spPr>
        <p:txBody>
          <a:bodyPr wrap="square" lIns="0" tIns="0" rIns="0" bIns="0" anchor="t">
            <a:noAutofit/>
          </a:bodyPr>
          <a:lstStyle>
            <a:lvl1pPr marL="0" indent="0">
              <a:lnSpc>
                <a:spcPct val="100000"/>
              </a:lnSpc>
              <a:buFontTx/>
              <a:buNone/>
              <a:defRPr sz="12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4" name="Title 2">
            <a:extLst>
              <a:ext uri="{FF2B5EF4-FFF2-40B4-BE49-F238E27FC236}">
                <a16:creationId xmlns:a16="http://schemas.microsoft.com/office/drawing/2014/main" id="{E32695CE-BED6-522B-721F-B9BE5C37E531}"/>
              </a:ext>
            </a:extLst>
          </p:cNvPr>
          <p:cNvSpPr>
            <a:spLocks noGrp="1"/>
          </p:cNvSpPr>
          <p:nvPr>
            <p:ph type="title" hasCustomPrompt="1"/>
          </p:nvPr>
        </p:nvSpPr>
        <p:spPr>
          <a:xfrm>
            <a:off x="427774" y="404284"/>
            <a:ext cx="9412609" cy="553998"/>
          </a:xfrm>
          <a:prstGeom prst="rect">
            <a:avLst/>
          </a:prstGeom>
          <a:noFill/>
        </p:spPr>
        <p:txBody>
          <a:bodyPr wrap="square" lIns="0" tIns="0" rIns="0" bIns="0" rtlCol="0" anchor="t" anchorCtr="0">
            <a:noAutofit/>
          </a:bodyPr>
          <a:lstStyle>
            <a:lvl1pPr algn="l">
              <a:lnSpc>
                <a:spcPct val="100000"/>
              </a:lnSpc>
              <a:defRPr lang="en-US" sz="3600" kern="0" spc="-67">
                <a:solidFill>
                  <a:schemeClr val="tx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8" name="Text Placeholder 2">
            <a:extLst>
              <a:ext uri="{FF2B5EF4-FFF2-40B4-BE49-F238E27FC236}">
                <a16:creationId xmlns:a16="http://schemas.microsoft.com/office/drawing/2014/main" id="{6C5054E3-B8B4-6603-CB0D-5065113F7969}"/>
              </a:ext>
            </a:extLst>
          </p:cNvPr>
          <p:cNvSpPr>
            <a:spLocks noGrp="1"/>
          </p:cNvSpPr>
          <p:nvPr>
            <p:ph type="body" sz="quarter" idx="166" hasCustomPrompt="1"/>
          </p:nvPr>
        </p:nvSpPr>
        <p:spPr>
          <a:xfrm>
            <a:off x="405024" y="1253079"/>
            <a:ext cx="7640696" cy="307777"/>
          </a:xfrm>
          <a:prstGeom prst="rect">
            <a:avLst/>
          </a:prstGeom>
        </p:spPr>
        <p:txBody>
          <a:bodyPr wrap="square" lIns="0" tIns="0" rIns="0" bIns="0" anchor="t">
            <a:spAutoFit/>
          </a:bodyPr>
          <a:lstStyle>
            <a:lvl1pPr marL="0" indent="0">
              <a:lnSpc>
                <a:spcPct val="100000"/>
              </a:lnSpc>
              <a:buFontTx/>
              <a:buNone/>
              <a:defRPr sz="20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marL="0" marR="0" lvl="0" indent="0" algn="l" defTabSz="609660" rtl="0" eaLnBrk="1" fontAlgn="auto" latinLnBrk="0" hangingPunct="1">
              <a:lnSpc>
                <a:spcPct val="100000"/>
              </a:lnSpc>
              <a:spcBef>
                <a:spcPct val="20000"/>
              </a:spcBef>
              <a:spcAft>
                <a:spcPts val="0"/>
              </a:spcAft>
              <a:buClrTx/>
              <a:buSzTx/>
              <a:buFont typeface="Arial" pitchFamily="34" charset="0"/>
              <a:buNone/>
              <a:tabLst/>
              <a:defRPr/>
            </a:pPr>
            <a:r>
              <a:rPr lang="en-US" sz="2000"/>
              <a:t>Click to edit subtitle style</a:t>
            </a:r>
          </a:p>
        </p:txBody>
      </p:sp>
    </p:spTree>
    <p:extLst>
      <p:ext uri="{BB962C8B-B14F-4D97-AF65-F5344CB8AC3E}">
        <p14:creationId xmlns:p14="http://schemas.microsoft.com/office/powerpoint/2010/main" val="39604094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lide / Bg Image">
    <p:bg>
      <p:bgPr>
        <a:solidFill>
          <a:srgbClr val="150027"/>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F2150356-262F-AFDD-8929-CBA20B753EE7}"/>
              </a:ext>
            </a:extLst>
          </p:cNvPr>
          <p:cNvSpPr>
            <a:spLocks noGrp="1"/>
          </p:cNvSpPr>
          <p:nvPr>
            <p:ph type="pic" sz="quarter" idx="167"/>
          </p:nvPr>
        </p:nvSpPr>
        <p:spPr>
          <a:xfrm>
            <a:off x="0" y="5926"/>
            <a:ext cx="12192000" cy="6852075"/>
          </a:xfrm>
          <a:prstGeom prst="rect">
            <a:avLst/>
          </a:prstGeom>
        </p:spPr>
        <p:txBody>
          <a:bodyPr/>
          <a:lstStyle/>
          <a:p>
            <a:r>
              <a:rPr lang="en-GB"/>
              <a:t>Click icon to add picture</a:t>
            </a:r>
            <a:endParaRPr lang="en-US"/>
          </a:p>
        </p:txBody>
      </p:sp>
      <p:sp>
        <p:nvSpPr>
          <p:cNvPr id="9" name="Text Placeholder 2">
            <a:extLst>
              <a:ext uri="{FF2B5EF4-FFF2-40B4-BE49-F238E27FC236}">
                <a16:creationId xmlns:a16="http://schemas.microsoft.com/office/drawing/2014/main" id="{A0CE2A37-33BC-9DED-AEAD-6BCF2986DE53}"/>
              </a:ext>
            </a:extLst>
          </p:cNvPr>
          <p:cNvSpPr>
            <a:spLocks noGrp="1"/>
          </p:cNvSpPr>
          <p:nvPr>
            <p:ph type="body" sz="quarter" idx="106" hasCustomPrompt="1"/>
          </p:nvPr>
        </p:nvSpPr>
        <p:spPr>
          <a:xfrm>
            <a:off x="405024" y="6254374"/>
            <a:ext cx="2714943" cy="184666"/>
          </a:xfrm>
          <a:prstGeom prst="rect">
            <a:avLst/>
          </a:prstGeom>
        </p:spPr>
        <p:txBody>
          <a:bodyPr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[DD/MM/YYYY] • [Presentation Title]</a:t>
            </a:r>
          </a:p>
        </p:txBody>
      </p:sp>
      <p:sp>
        <p:nvSpPr>
          <p:cNvPr id="10" name="Text Placeholder 2">
            <a:extLst>
              <a:ext uri="{FF2B5EF4-FFF2-40B4-BE49-F238E27FC236}">
                <a16:creationId xmlns:a16="http://schemas.microsoft.com/office/drawing/2014/main" id="{C7B45B88-22ED-82C2-D847-C963DD495A79}"/>
              </a:ext>
            </a:extLst>
          </p:cNvPr>
          <p:cNvSpPr>
            <a:spLocks noGrp="1"/>
          </p:cNvSpPr>
          <p:nvPr>
            <p:ph type="body" sz="quarter" idx="107" hasCustomPrompt="1"/>
          </p:nvPr>
        </p:nvSpPr>
        <p:spPr>
          <a:xfrm>
            <a:off x="3315879" y="6250143"/>
            <a:ext cx="7485600" cy="184666"/>
          </a:xfrm>
          <a:prstGeom prst="rect">
            <a:avLst/>
          </a:prstGeom>
        </p:spPr>
        <p:txBody>
          <a:bodyPr wrap="square" lIns="0" tIns="0" rIns="0" bIns="0" anchor="t">
            <a:noAutofit/>
          </a:bodyPr>
          <a:lstStyle>
            <a:lvl1pPr marL="0" indent="0">
              <a:lnSpc>
                <a:spcPct val="100000"/>
              </a:lnSpc>
              <a:buFontTx/>
              <a:buNone/>
              <a:defRPr sz="12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sz="1200"/>
              <a:t>[Speaker Name] • [Subtitle]</a:t>
            </a:r>
            <a:endParaRPr lang="en-US"/>
          </a:p>
        </p:txBody>
      </p:sp>
      <p:sp>
        <p:nvSpPr>
          <p:cNvPr id="5" name="Speaker">
            <a:extLst>
              <a:ext uri="{FF2B5EF4-FFF2-40B4-BE49-F238E27FC236}">
                <a16:creationId xmlns:a16="http://schemas.microsoft.com/office/drawing/2014/main" id="{FA60466D-2030-69DD-3815-B97307555612}"/>
              </a:ext>
            </a:extLst>
          </p:cNvPr>
          <p:cNvSpPr>
            <a:spLocks noGrp="1"/>
          </p:cNvSpPr>
          <p:nvPr>
            <p:ph type="body" idx="166" hasCustomPrompt="1"/>
          </p:nvPr>
        </p:nvSpPr>
        <p:spPr>
          <a:xfrm>
            <a:off x="3315879" y="3009556"/>
            <a:ext cx="7484720" cy="208390"/>
          </a:xfrm>
          <a:prstGeom prst="rect">
            <a:avLst/>
          </a:prstGeom>
          <a:noFill/>
          <a:ln/>
        </p:spPr>
        <p:txBody>
          <a:bodyPr wrap="square" lIns="0" tIns="0" rIns="0" bIns="0" rtlCol="0" anchor="t" anchorCtr="0">
            <a:noAutofit/>
          </a:bodyPr>
          <a:lstStyle>
            <a:lvl1pPr marL="0" marR="0" indent="0" algn="l" defTabSz="609660" rtl="0" eaLnBrk="1" fontAlgn="auto" latinLnBrk="0" hangingPunct="1">
              <a:lnSpc>
                <a:spcPct val="100000"/>
              </a:lnSpc>
              <a:spcBef>
                <a:spcPts val="448"/>
              </a:spcBef>
              <a:spcAft>
                <a:spcPts val="0"/>
              </a:spcAft>
              <a:buClrTx/>
              <a:buSzTx/>
              <a:buFont typeface="Arial" pitchFamily="34" charset="0"/>
              <a:buNone/>
              <a:tabLst/>
              <a:defRPr lang="en-US" sz="1867" kern="0" spc="0" dirty="0">
                <a:solidFill>
                  <a:schemeClr val="bg1"/>
                </a:solidFill>
                <a:latin typeface="+mn-lt"/>
                <a:ea typeface="Arial" panose="020B0604020202020204" pitchFamily="34" charset="0"/>
                <a:cs typeface="Arial" panose="020B0604020202020204" pitchFamily="34" charset="0"/>
              </a:defRPr>
            </a:lvl1pPr>
          </a:lstStyle>
          <a:p>
            <a:pPr marL="0" marR="0" lvl="0" indent="0" algn="l" defTabSz="609660" rtl="0" eaLnBrk="1" fontAlgn="auto" latinLnBrk="0" hangingPunct="1">
              <a:lnSpc>
                <a:spcPts val="1600"/>
              </a:lnSpc>
              <a:spcBef>
                <a:spcPct val="20000"/>
              </a:spcBef>
              <a:spcAft>
                <a:spcPts val="0"/>
              </a:spcAft>
              <a:buClrTx/>
              <a:buSzTx/>
              <a:buFont typeface="Arial" pitchFamily="34" charset="0"/>
              <a:buNone/>
              <a:tabLst/>
              <a:defRPr/>
            </a:pPr>
            <a:r>
              <a:rPr lang="en-US"/>
              <a:t>Click to edit subtitle style</a:t>
            </a:r>
            <a:endParaRPr lang="en-US" sz="1250"/>
          </a:p>
        </p:txBody>
      </p:sp>
      <p:sp>
        <p:nvSpPr>
          <p:cNvPr id="11" name="Title 2">
            <a:extLst>
              <a:ext uri="{FF2B5EF4-FFF2-40B4-BE49-F238E27FC236}">
                <a16:creationId xmlns:a16="http://schemas.microsoft.com/office/drawing/2014/main" id="{F59F92EF-6728-8187-4556-00210CD0B569}"/>
              </a:ext>
            </a:extLst>
          </p:cNvPr>
          <p:cNvSpPr>
            <a:spLocks noGrp="1"/>
          </p:cNvSpPr>
          <p:nvPr>
            <p:ph type="title" hasCustomPrompt="1"/>
          </p:nvPr>
        </p:nvSpPr>
        <p:spPr>
          <a:xfrm>
            <a:off x="3316759" y="902396"/>
            <a:ext cx="7484720" cy="738664"/>
          </a:xfrm>
          <a:prstGeom prst="rect">
            <a:avLst/>
          </a:prstGeom>
          <a:noFill/>
        </p:spPr>
        <p:txBody>
          <a:bodyPr wrap="square" lIns="0" tIns="0" rIns="0" bIns="0" rtlCol="0" anchor="t" anchorCtr="0">
            <a:noAutofit/>
          </a:bodyPr>
          <a:lstStyle>
            <a:lvl1pPr algn="l">
              <a:lnSpc>
                <a:spcPct val="100000"/>
              </a:lnSpc>
              <a:defRPr lang="en-US" sz="4800" kern="0" spc="-67">
                <a:solidFill>
                  <a:schemeClr val="bg1"/>
                </a:solidFill>
                <a:ea typeface="Suisse Int'l Regular" pitchFamily="34" charset="-122"/>
                <a:cs typeface="Suisse Int'l Italic" panose="020B0504000000000000" pitchFamily="34" charset="-78"/>
              </a:defRPr>
            </a:lvl1pPr>
          </a:lstStyle>
          <a:p>
            <a:pPr marL="0" marR="0" lvl="0" indent="0" algn="l" fontAlgn="auto">
              <a:lnSpc>
                <a:spcPct val="100000"/>
              </a:lnSpc>
              <a:spcBef>
                <a:spcPts val="0"/>
              </a:spcBef>
              <a:spcAft>
                <a:spcPts val="600"/>
              </a:spcAft>
              <a:buClrTx/>
              <a:buSzTx/>
              <a:buFontTx/>
              <a:tabLst/>
            </a:pPr>
            <a:r>
              <a:rPr lang="en-US"/>
              <a:t>Click to edit master title style</a:t>
            </a:r>
          </a:p>
        </p:txBody>
      </p:sp>
      <p:sp>
        <p:nvSpPr>
          <p:cNvPr id="25" name="Picture Placeholder 22">
            <a:extLst>
              <a:ext uri="{FF2B5EF4-FFF2-40B4-BE49-F238E27FC236}">
                <a16:creationId xmlns:a16="http://schemas.microsoft.com/office/drawing/2014/main" id="{81E0B411-E1FA-2099-FB42-BF8897838E23}"/>
              </a:ext>
            </a:extLst>
          </p:cNvPr>
          <p:cNvSpPr>
            <a:spLocks noGrp="1"/>
          </p:cNvSpPr>
          <p:nvPr>
            <p:ph type="pic" sz="quarter" idx="168"/>
          </p:nvPr>
        </p:nvSpPr>
        <p:spPr>
          <a:xfrm>
            <a:off x="405024" y="394552"/>
            <a:ext cx="989856" cy="327233"/>
          </a:xfrm>
          <a:prstGeom prst="rect">
            <a:avLst/>
          </a:prstGeom>
          <a:blipFill>
            <a:blip r:embed="rId2">
              <a:extLst>
                <a:ext uri="{96DAC541-7B7A-43D3-8B79-37D633B846F1}">
                  <asvg:svgBlip xmlns:asvg="http://schemas.microsoft.com/office/drawing/2016/SVG/main" r:embed="rId3"/>
                </a:ext>
              </a:extLst>
            </a:blip>
            <a:stretch>
              <a:fillRect/>
            </a:stretch>
          </a:blipFill>
        </p:spPr>
        <p:txBody>
          <a:bodyPr/>
          <a:lstStyle>
            <a:lvl1pPr marL="0" indent="0">
              <a:buNone/>
              <a:defRPr sz="600"/>
            </a:lvl1pPr>
          </a:lstStyle>
          <a:p>
            <a:r>
              <a:rPr lang="en-GB"/>
              <a:t>Click icon to add picture</a:t>
            </a: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ond Title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TextBox 8">
            <a:extLst>
              <a:ext uri="{FF2B5EF4-FFF2-40B4-BE49-F238E27FC236}">
                <a16:creationId xmlns:a16="http://schemas.microsoft.com/office/drawing/2014/main" id="{326E19FE-7547-AB77-5CDF-1985B83C9140}"/>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Second Titles</a:t>
            </a:r>
          </a:p>
        </p:txBody>
      </p:sp>
      <p:sp>
        <p:nvSpPr>
          <p:cNvPr id="3" name="Rectangle 2">
            <a:extLst>
              <a:ext uri="{FF2B5EF4-FFF2-40B4-BE49-F238E27FC236}">
                <a16:creationId xmlns:a16="http://schemas.microsoft.com/office/drawing/2014/main" id="{8778F136-1C16-65A5-6A84-ADA72258B790}"/>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515F4CCA-776E-BF5A-298A-1039C2A734FC}"/>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584292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Divider / Light">
    <p:bg>
      <p:bgPr>
        <a:solidFill>
          <a:schemeClr val="bg1"/>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7" name="Text Placeholder 2">
            <a:extLst>
              <a:ext uri="{FF2B5EF4-FFF2-40B4-BE49-F238E27FC236}">
                <a16:creationId xmlns:a16="http://schemas.microsoft.com/office/drawing/2014/main" id="{E0A348A4-22D0-096F-031B-12D67ED65597}"/>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4" name="Picture Placeholder 8">
            <a:extLst>
              <a:ext uri="{FF2B5EF4-FFF2-40B4-BE49-F238E27FC236}">
                <a16:creationId xmlns:a16="http://schemas.microsoft.com/office/drawing/2014/main" id="{7822AA20-FB36-BCE9-997E-29FA75D4FCB2}"/>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8" name="Text 0">
            <a:extLst>
              <a:ext uri="{FF2B5EF4-FFF2-40B4-BE49-F238E27FC236}">
                <a16:creationId xmlns:a16="http://schemas.microsoft.com/office/drawing/2014/main" id="{58478807-E8A2-0B8E-7A9C-827D4E2485E7}"/>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2" name="Straight Connector 1">
            <a:extLst>
              <a:ext uri="{FF2B5EF4-FFF2-40B4-BE49-F238E27FC236}">
                <a16:creationId xmlns:a16="http://schemas.microsoft.com/office/drawing/2014/main" id="{A4326F37-EC9B-6ED6-E191-BA8D9661814F}"/>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 0">
            <a:extLst>
              <a:ext uri="{FF2B5EF4-FFF2-40B4-BE49-F238E27FC236}">
                <a16:creationId xmlns:a16="http://schemas.microsoft.com/office/drawing/2014/main" id="{7E880EA8-9177-1CE8-899C-0E8ADE5DEC7A}"/>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4" name="Text 0">
            <a:extLst>
              <a:ext uri="{FF2B5EF4-FFF2-40B4-BE49-F238E27FC236}">
                <a16:creationId xmlns:a16="http://schemas.microsoft.com/office/drawing/2014/main" id="{ADE7ADA4-F61D-5ABF-D404-65235C19586B}"/>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6" name="Slide Number Placeholder 4">
            <a:extLst>
              <a:ext uri="{FF2B5EF4-FFF2-40B4-BE49-F238E27FC236}">
                <a16:creationId xmlns:a16="http://schemas.microsoft.com/office/drawing/2014/main" id="{60818FEC-B6B9-12A0-D19D-A40BA8F668E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0" name="Symbol zastępczy stopki 1">
            <a:extLst>
              <a:ext uri="{FF2B5EF4-FFF2-40B4-BE49-F238E27FC236}">
                <a16:creationId xmlns:a16="http://schemas.microsoft.com/office/drawing/2014/main" id="{85AECCAB-A3C7-BDDB-61B1-1536BA18F28E}"/>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31156150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Divider / Dark">
    <p:bg>
      <p:bgPr>
        <a:solidFill>
          <a:srgbClr val="150026"/>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7" name="Straight Connector 16">
            <a:extLst>
              <a:ext uri="{FF2B5EF4-FFF2-40B4-BE49-F238E27FC236}">
                <a16:creationId xmlns:a16="http://schemas.microsoft.com/office/drawing/2014/main" id="{CD7A3FDA-4A41-AFF2-68E9-ED04857F72E6}"/>
              </a:ext>
            </a:extLst>
          </p:cNvPr>
          <p:cNvCxnSpPr>
            <a:cxnSpLocks/>
          </p:cNvCxnSpPr>
          <p:nvPr userDrawn="1"/>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 name="Picture Placeholder 8">
            <a:extLst>
              <a:ext uri="{FF2B5EF4-FFF2-40B4-BE49-F238E27FC236}">
                <a16:creationId xmlns:a16="http://schemas.microsoft.com/office/drawing/2014/main" id="{28AE9FD5-02E6-18BA-F5BC-FAD95805532D}"/>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5" name="Slide Number Placeholder 4">
            <a:extLst>
              <a:ext uri="{FF2B5EF4-FFF2-40B4-BE49-F238E27FC236}">
                <a16:creationId xmlns:a16="http://schemas.microsoft.com/office/drawing/2014/main" id="{1E319948-B7E0-9F18-6445-EC5A68A05D6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AB3B4278-4635-B98C-28C2-814E8E814514}"/>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3" name="TextBox 2">
            <a:extLst>
              <a:ext uri="{FF2B5EF4-FFF2-40B4-BE49-F238E27FC236}">
                <a16:creationId xmlns:a16="http://schemas.microsoft.com/office/drawing/2014/main" id="{5E690DC3-9629-7A23-5C7C-FDE2CF6A952F}"/>
              </a:ext>
            </a:extLst>
          </p:cNvPr>
          <p:cNvSpPr txBox="1"/>
          <p:nvPr userDrawn="1"/>
        </p:nvSpPr>
        <p:spPr>
          <a:xfrm>
            <a:off x="4605868" y="4416215"/>
            <a:ext cx="184731" cy="215444"/>
          </a:xfrm>
          <a:prstGeom prst="rect">
            <a:avLst/>
          </a:prstGeom>
          <a:noFill/>
        </p:spPr>
        <p:txBody>
          <a:bodyPr wrap="none" rtlCol="0">
            <a:spAutoFit/>
          </a:bodyPr>
          <a:lstStyle/>
          <a:p>
            <a:pPr algn="l"/>
            <a:endParaRPr lang="en-US" sz="800" err="1"/>
          </a:p>
        </p:txBody>
      </p:sp>
      <p:sp>
        <p:nvSpPr>
          <p:cNvPr id="4" name="Text Placeholder 2">
            <a:extLst>
              <a:ext uri="{FF2B5EF4-FFF2-40B4-BE49-F238E27FC236}">
                <a16:creationId xmlns:a16="http://schemas.microsoft.com/office/drawing/2014/main" id="{3DC4054D-ADCC-48BF-BE95-35173F3F4A67}"/>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10" name="Text 0">
            <a:extLst>
              <a:ext uri="{FF2B5EF4-FFF2-40B4-BE49-F238E27FC236}">
                <a16:creationId xmlns:a16="http://schemas.microsoft.com/office/drawing/2014/main" id="{333C4177-955B-3EB8-0ADD-A3E769BF3ABE}"/>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ext 0">
            <a:extLst>
              <a:ext uri="{FF2B5EF4-FFF2-40B4-BE49-F238E27FC236}">
                <a16:creationId xmlns:a16="http://schemas.microsoft.com/office/drawing/2014/main" id="{78867E6A-BC9E-85BF-F621-342E7062B9E4}"/>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3" name="Text 0">
            <a:extLst>
              <a:ext uri="{FF2B5EF4-FFF2-40B4-BE49-F238E27FC236}">
                <a16:creationId xmlns:a16="http://schemas.microsoft.com/office/drawing/2014/main" id="{F0F37DE9-A22A-EF03-65B3-F49EBFADB3A8}"/>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382940855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Divider / Grey">
    <p:bg>
      <p:bgPr>
        <a:solidFill>
          <a:srgbClr val="E3E3E6"/>
        </a:solidFill>
        <a:effectLst/>
      </p:bgPr>
    </p:bg>
    <p:spTree>
      <p:nvGrpSpPr>
        <p:cNvPr id="1" name=""/>
        <p:cNvGrpSpPr/>
        <p:nvPr/>
      </p:nvGrpSpPr>
      <p:grpSpPr>
        <a:xfrm>
          <a:off x="0" y="0"/>
          <a:ext cx="0" cy="0"/>
          <a:chOff x="0" y="0"/>
          <a:chExt cx="0" cy="0"/>
        </a:xfrm>
      </p:grpSpPr>
      <p:pic>
        <p:nvPicPr>
          <p:cNvPr id="9" name="Xebia" descr="preencoded.png">
            <a:extLst>
              <a:ext uri="{FF2B5EF4-FFF2-40B4-BE49-F238E27FC236}">
                <a16:creationId xmlns:a16="http://schemas.microsoft.com/office/drawing/2014/main" id="{C672B7B0-DB6F-73D1-D357-E11FFA4E1896}"/>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2" name="Straight Connector 1">
            <a:extLst>
              <a:ext uri="{FF2B5EF4-FFF2-40B4-BE49-F238E27FC236}">
                <a16:creationId xmlns:a16="http://schemas.microsoft.com/office/drawing/2014/main" id="{A4326F37-EC9B-6ED6-E191-BA8D9661814F}"/>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 name="Picture Placeholder 8">
            <a:extLst>
              <a:ext uri="{FF2B5EF4-FFF2-40B4-BE49-F238E27FC236}">
                <a16:creationId xmlns:a16="http://schemas.microsoft.com/office/drawing/2014/main" id="{7B20B938-8A28-BF20-206B-BE2915D1B9E6}"/>
              </a:ext>
            </a:extLst>
          </p:cNvPr>
          <p:cNvSpPr>
            <a:spLocks noGrp="1"/>
          </p:cNvSpPr>
          <p:nvPr>
            <p:ph type="pic" sz="quarter" idx="163"/>
          </p:nvPr>
        </p:nvSpPr>
        <p:spPr>
          <a:xfrm>
            <a:off x="406402" y="1111249"/>
            <a:ext cx="2335741" cy="1708149"/>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6" name="Slide Number Placeholder 4">
            <a:extLst>
              <a:ext uri="{FF2B5EF4-FFF2-40B4-BE49-F238E27FC236}">
                <a16:creationId xmlns:a16="http://schemas.microsoft.com/office/drawing/2014/main" id="{D2EDCC62-09AE-64CC-EB03-E4471F44608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0" name="Symbol zastępczy stopki 1">
            <a:extLst>
              <a:ext uri="{FF2B5EF4-FFF2-40B4-BE49-F238E27FC236}">
                <a16:creationId xmlns:a16="http://schemas.microsoft.com/office/drawing/2014/main" id="{2EB67E16-0A7A-82B7-08B9-85D17DB6B994}"/>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4" name="Text Placeholder 2">
            <a:extLst>
              <a:ext uri="{FF2B5EF4-FFF2-40B4-BE49-F238E27FC236}">
                <a16:creationId xmlns:a16="http://schemas.microsoft.com/office/drawing/2014/main" id="{3D1B00B8-889E-B8FD-29B7-CFE3AE2BD070}"/>
              </a:ext>
            </a:extLst>
          </p:cNvPr>
          <p:cNvSpPr>
            <a:spLocks noGrp="1"/>
          </p:cNvSpPr>
          <p:nvPr>
            <p:ph type="body" sz="quarter" idx="112" hasCustomPrompt="1"/>
          </p:nvPr>
        </p:nvSpPr>
        <p:spPr>
          <a:xfrm>
            <a:off x="3337479" y="1111249"/>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5" name="Text 0">
            <a:extLst>
              <a:ext uri="{FF2B5EF4-FFF2-40B4-BE49-F238E27FC236}">
                <a16:creationId xmlns:a16="http://schemas.microsoft.com/office/drawing/2014/main" id="{EB9F4BA4-65F3-48DB-F4AD-E794530C45D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ext 0">
            <a:extLst>
              <a:ext uri="{FF2B5EF4-FFF2-40B4-BE49-F238E27FC236}">
                <a16:creationId xmlns:a16="http://schemas.microsoft.com/office/drawing/2014/main" id="{165BCAAB-1091-9CD6-BF23-AA9E39DF76F6}"/>
              </a:ext>
            </a:extLst>
          </p:cNvPr>
          <p:cNvSpPr>
            <a:spLocks noGrp="1" noChangeAspect="1"/>
          </p:cNvSpPr>
          <p:nvPr>
            <p:ph type="body" idx="103" hasCustomPrompt="1"/>
          </p:nvPr>
        </p:nvSpPr>
        <p:spPr>
          <a:xfrm>
            <a:off x="3337479" y="5156512"/>
            <a:ext cx="6502904"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2" name="Text 0">
            <a:extLst>
              <a:ext uri="{FF2B5EF4-FFF2-40B4-BE49-F238E27FC236}">
                <a16:creationId xmlns:a16="http://schemas.microsoft.com/office/drawing/2014/main" id="{1E068E86-2037-C1DE-D2C1-403F8B5EA03B}"/>
              </a:ext>
            </a:extLst>
          </p:cNvPr>
          <p:cNvSpPr>
            <a:spLocks noGrp="1" noChangeAspect="1"/>
          </p:cNvSpPr>
          <p:nvPr>
            <p:ph type="body" idx="164" hasCustomPrompt="1"/>
          </p:nvPr>
        </p:nvSpPr>
        <p:spPr>
          <a:xfrm>
            <a:off x="406400" y="5156512"/>
            <a:ext cx="2713566" cy="875176"/>
          </a:xfrm>
          <a:prstGeom prst="rect">
            <a:avLst/>
          </a:prstGeom>
          <a:noFill/>
          <a:ln/>
        </p:spPr>
        <p:txBody>
          <a:bodyPr wrap="square" lIns="0" tIns="0" rIns="0" bIns="0" rtlCol="0" anchor="b">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11288066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Divider / White / 2">
    <p:bg>
      <p:bgPr>
        <a:solidFill>
          <a:schemeClr val="bg1"/>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2" name="Text 0">
            <a:extLst>
              <a:ext uri="{FF2B5EF4-FFF2-40B4-BE49-F238E27FC236}">
                <a16:creationId xmlns:a16="http://schemas.microsoft.com/office/drawing/2014/main" id="{756A6C61-AA59-8B2A-7505-903545EFCF25}"/>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4" name="Text 0">
            <a:extLst>
              <a:ext uri="{FF2B5EF4-FFF2-40B4-BE49-F238E27FC236}">
                <a16:creationId xmlns:a16="http://schemas.microsoft.com/office/drawing/2014/main" id="{5090430D-D761-906F-859B-25E0BAC56CDC}"/>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5" name="Text Placeholder 2">
            <a:extLst>
              <a:ext uri="{FF2B5EF4-FFF2-40B4-BE49-F238E27FC236}">
                <a16:creationId xmlns:a16="http://schemas.microsoft.com/office/drawing/2014/main" id="{49F36E73-E6ED-B9B2-CDBF-4E85CF25429E}"/>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Slide Number Placeholder 4">
            <a:extLst>
              <a:ext uri="{FF2B5EF4-FFF2-40B4-BE49-F238E27FC236}">
                <a16:creationId xmlns:a16="http://schemas.microsoft.com/office/drawing/2014/main" id="{D69F4CCF-E68D-2E89-E143-20ED5F6C9CD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0" name="Symbol zastępczy stopki 1">
            <a:extLst>
              <a:ext uri="{FF2B5EF4-FFF2-40B4-BE49-F238E27FC236}">
                <a16:creationId xmlns:a16="http://schemas.microsoft.com/office/drawing/2014/main" id="{2F2D18F7-5C78-1DA6-FF67-80A92199801E}"/>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27937479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Divider / Dark / 2">
    <p:bg>
      <p:bgPr>
        <a:solidFill>
          <a:srgbClr val="130025"/>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6" name="Slide Number Placeholder 4">
            <a:extLst>
              <a:ext uri="{FF2B5EF4-FFF2-40B4-BE49-F238E27FC236}">
                <a16:creationId xmlns:a16="http://schemas.microsoft.com/office/drawing/2014/main" id="{C151FB34-404C-B43A-2743-5961178C51B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9" name="Symbol zastępczy stopki 1">
            <a:extLst>
              <a:ext uri="{FF2B5EF4-FFF2-40B4-BE49-F238E27FC236}">
                <a16:creationId xmlns:a16="http://schemas.microsoft.com/office/drawing/2014/main" id="{E40695D2-779C-307D-D187-A51F13483C4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7" name="Text 0">
            <a:extLst>
              <a:ext uri="{FF2B5EF4-FFF2-40B4-BE49-F238E27FC236}">
                <a16:creationId xmlns:a16="http://schemas.microsoft.com/office/drawing/2014/main" id="{680FF8E4-5D2C-CAF4-2626-542B6443208B}"/>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8" name="Text 0">
            <a:extLst>
              <a:ext uri="{FF2B5EF4-FFF2-40B4-BE49-F238E27FC236}">
                <a16:creationId xmlns:a16="http://schemas.microsoft.com/office/drawing/2014/main" id="{6C2F918D-45BB-1BF2-47FA-A457589F5931}"/>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10" name="Text Placeholder 2">
            <a:extLst>
              <a:ext uri="{FF2B5EF4-FFF2-40B4-BE49-F238E27FC236}">
                <a16:creationId xmlns:a16="http://schemas.microsoft.com/office/drawing/2014/main" id="{BB43222C-FDA7-B663-2AEE-A7ACDE8A01F5}"/>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Tree>
    <p:extLst>
      <p:ext uri="{BB962C8B-B14F-4D97-AF65-F5344CB8AC3E}">
        <p14:creationId xmlns:p14="http://schemas.microsoft.com/office/powerpoint/2010/main" val="21902752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Divider / Grey / 2">
    <p:bg>
      <p:bgPr>
        <a:solidFill>
          <a:srgbClr val="E3E3E6"/>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EEE38649-DFBA-8C9A-B6B4-C11D98C26335}"/>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432125"/>
            <a:ext cx="673101" cy="215900"/>
          </a:xfrm>
          <a:prstGeom prst="rect">
            <a:avLst/>
          </a:prstGeom>
        </p:spPr>
      </p:pic>
      <p:sp>
        <p:nvSpPr>
          <p:cNvPr id="6" name="Slide Number Placeholder 4">
            <a:extLst>
              <a:ext uri="{FF2B5EF4-FFF2-40B4-BE49-F238E27FC236}">
                <a16:creationId xmlns:a16="http://schemas.microsoft.com/office/drawing/2014/main" id="{F23FC416-E438-4A1E-A610-A11D1142D2EF}"/>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7" name="Symbol zastępczy stopki 1">
            <a:extLst>
              <a:ext uri="{FF2B5EF4-FFF2-40B4-BE49-F238E27FC236}">
                <a16:creationId xmlns:a16="http://schemas.microsoft.com/office/drawing/2014/main" id="{B0F02226-40F0-B1AB-2886-8E6253334367}"/>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8" name="Text 0">
            <a:extLst>
              <a:ext uri="{FF2B5EF4-FFF2-40B4-BE49-F238E27FC236}">
                <a16:creationId xmlns:a16="http://schemas.microsoft.com/office/drawing/2014/main" id="{E3235FBC-714D-D3B7-020A-86788FE7136D}"/>
              </a:ext>
            </a:extLst>
          </p:cNvPr>
          <p:cNvSpPr>
            <a:spLocks noGrp="1" noChangeAspect="1"/>
          </p:cNvSpPr>
          <p:nvPr>
            <p:ph type="body" idx="104" hasCustomPrompt="1"/>
          </p:nvPr>
        </p:nvSpPr>
        <p:spPr>
          <a:xfrm>
            <a:off x="3337479" y="648027"/>
            <a:ext cx="6502904"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9" name="Text 0">
            <a:extLst>
              <a:ext uri="{FF2B5EF4-FFF2-40B4-BE49-F238E27FC236}">
                <a16:creationId xmlns:a16="http://schemas.microsoft.com/office/drawing/2014/main" id="{7D269E94-0C46-2A46-3323-0470ACC7988C}"/>
              </a:ext>
            </a:extLst>
          </p:cNvPr>
          <p:cNvSpPr>
            <a:spLocks noGrp="1" noChangeAspect="1"/>
          </p:cNvSpPr>
          <p:nvPr>
            <p:ph type="body" idx="164" hasCustomPrompt="1"/>
          </p:nvPr>
        </p:nvSpPr>
        <p:spPr>
          <a:xfrm>
            <a:off x="406400" y="648027"/>
            <a:ext cx="1753659"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
        <p:nvSpPr>
          <p:cNvPr id="10" name="Text Placeholder 2">
            <a:extLst>
              <a:ext uri="{FF2B5EF4-FFF2-40B4-BE49-F238E27FC236}">
                <a16:creationId xmlns:a16="http://schemas.microsoft.com/office/drawing/2014/main" id="{2C7B6A40-B706-AA3F-722B-9AADDCA475EC}"/>
              </a:ext>
            </a:extLst>
          </p:cNvPr>
          <p:cNvSpPr>
            <a:spLocks noGrp="1"/>
          </p:cNvSpPr>
          <p:nvPr>
            <p:ph type="body" sz="quarter" idx="112" hasCustomPrompt="1"/>
          </p:nvPr>
        </p:nvSpPr>
        <p:spPr>
          <a:xfrm>
            <a:off x="3337479" y="1978236"/>
            <a:ext cx="6502904"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Tree>
    <p:extLst>
      <p:ext uri="{BB962C8B-B14F-4D97-AF65-F5344CB8AC3E}">
        <p14:creationId xmlns:p14="http://schemas.microsoft.com/office/powerpoint/2010/main" val="190351773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Divider / White / 3">
    <p:bg>
      <p:bgPr>
        <a:solidFill>
          <a:schemeClr val="bg1"/>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BB614FC-884B-D660-9CD4-A2B07AFC21D9}"/>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19" name="Text Placeholder 2">
            <a:extLst>
              <a:ext uri="{FF2B5EF4-FFF2-40B4-BE49-F238E27FC236}">
                <a16:creationId xmlns:a16="http://schemas.microsoft.com/office/drawing/2014/main" id="{94EF374F-BB7F-4D48-3984-1E44EC0CB546}"/>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20" name="Text 0">
            <a:extLst>
              <a:ext uri="{FF2B5EF4-FFF2-40B4-BE49-F238E27FC236}">
                <a16:creationId xmlns:a16="http://schemas.microsoft.com/office/drawing/2014/main" id="{F28B5132-05FC-DF4E-10D2-12308480C394}"/>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673220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Divider / Dark / 3">
    <p:bg>
      <p:bgPr>
        <a:solidFill>
          <a:srgbClr val="130025"/>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cxnSp>
        <p:nvCxnSpPr>
          <p:cNvPr id="4" name="Straight Connector 3">
            <a:extLst>
              <a:ext uri="{FF2B5EF4-FFF2-40B4-BE49-F238E27FC236}">
                <a16:creationId xmlns:a16="http://schemas.microsoft.com/office/drawing/2014/main" id="{56E0FA0B-14B1-0210-DACF-03389AA35ABE}"/>
              </a:ext>
            </a:extLst>
          </p:cNvPr>
          <p:cNvCxnSpPr>
            <a:cxnSpLocks/>
          </p:cNvCxnSpPr>
          <p:nvPr userDrawn="1"/>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3" name="Text 0">
            <a:extLst>
              <a:ext uri="{FF2B5EF4-FFF2-40B4-BE49-F238E27FC236}">
                <a16:creationId xmlns:a16="http://schemas.microsoft.com/office/drawing/2014/main" id="{F682838C-42A1-7D2B-37E3-4847A4E2E4AC}"/>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6" name="Text 0">
            <a:extLst>
              <a:ext uri="{FF2B5EF4-FFF2-40B4-BE49-F238E27FC236}">
                <a16:creationId xmlns:a16="http://schemas.microsoft.com/office/drawing/2014/main" id="{F208F104-9A78-288A-EBEA-D32AB482E869}"/>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7" name="Text Placeholder 2">
            <a:extLst>
              <a:ext uri="{FF2B5EF4-FFF2-40B4-BE49-F238E27FC236}">
                <a16:creationId xmlns:a16="http://schemas.microsoft.com/office/drawing/2014/main" id="{CD26E963-F571-1B78-E205-EDB137B17E2B}"/>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8" name="Text 0">
            <a:extLst>
              <a:ext uri="{FF2B5EF4-FFF2-40B4-BE49-F238E27FC236}">
                <a16:creationId xmlns:a16="http://schemas.microsoft.com/office/drawing/2014/main" id="{CEA7F4D7-FC6F-9104-01FA-20E91E63BA76}"/>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9390243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Divider / Grey / 3">
    <p:bg>
      <p:bgPr>
        <a:solidFill>
          <a:srgbClr val="E3E3E7"/>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3" name="Straight Connector 12">
            <a:extLst>
              <a:ext uri="{FF2B5EF4-FFF2-40B4-BE49-F238E27FC236}">
                <a16:creationId xmlns:a16="http://schemas.microsoft.com/office/drawing/2014/main" id="{94C2AB26-535F-5CB6-7334-1A287921B19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407460"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3" name="Text 0">
            <a:extLst>
              <a:ext uri="{FF2B5EF4-FFF2-40B4-BE49-F238E27FC236}">
                <a16:creationId xmlns:a16="http://schemas.microsoft.com/office/drawing/2014/main" id="{2CAC701B-D010-8967-477C-CB226F9A8DFF}"/>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noAutofit/>
          </a:bodyPr>
          <a:lstStyle>
            <a:lvl1pPr marL="0" indent="0" algn="l">
              <a:lnSpc>
                <a:spcPct val="1000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ext 0">
            <a:extLst>
              <a:ext uri="{FF2B5EF4-FFF2-40B4-BE49-F238E27FC236}">
                <a16:creationId xmlns:a16="http://schemas.microsoft.com/office/drawing/2014/main" id="{E9F92ADF-DF99-A723-AF0F-C87F372C9CBD}"/>
              </a:ext>
            </a:extLst>
          </p:cNvPr>
          <p:cNvSpPr>
            <a:spLocks noGrp="1" noChangeAspect="1"/>
          </p:cNvSpPr>
          <p:nvPr>
            <p:ph type="body" idx="104" hasCustomPrompt="1"/>
          </p:nvPr>
        </p:nvSpPr>
        <p:spPr>
          <a:xfrm>
            <a:off x="5232401" y="2024081"/>
            <a:ext cx="6552141"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6" name="Text Placeholder 2">
            <a:extLst>
              <a:ext uri="{FF2B5EF4-FFF2-40B4-BE49-F238E27FC236}">
                <a16:creationId xmlns:a16="http://schemas.microsoft.com/office/drawing/2014/main" id="{BF9F2DBA-CBA7-9EBD-27AC-3293364D0C2D}"/>
              </a:ext>
            </a:extLst>
          </p:cNvPr>
          <p:cNvSpPr>
            <a:spLocks noGrp="1"/>
          </p:cNvSpPr>
          <p:nvPr>
            <p:ph type="body" sz="quarter" idx="112" hasCustomPrompt="1"/>
          </p:nvPr>
        </p:nvSpPr>
        <p:spPr>
          <a:xfrm>
            <a:off x="5232401" y="3172036"/>
            <a:ext cx="6552141"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7" name="Text 0">
            <a:extLst>
              <a:ext uri="{FF2B5EF4-FFF2-40B4-BE49-F238E27FC236}">
                <a16:creationId xmlns:a16="http://schemas.microsoft.com/office/drawing/2014/main" id="{ECDE366D-4386-BFD9-8920-C1DD0595B719}"/>
              </a:ext>
            </a:extLst>
          </p:cNvPr>
          <p:cNvSpPr>
            <a:spLocks noGrp="1" noChangeAspect="1"/>
          </p:cNvSpPr>
          <p:nvPr>
            <p:ph type="body" idx="164" hasCustomPrompt="1"/>
          </p:nvPr>
        </p:nvSpPr>
        <p:spPr>
          <a:xfrm>
            <a:off x="5232400" y="935823"/>
            <a:ext cx="1727200"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8527630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Divider / White / 4">
    <p:bg>
      <p:bgPr>
        <a:solidFill>
          <a:schemeClr val="bg1"/>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56A6C61-AA59-8B2A-7505-903545EFCF25}"/>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49F36E73-E6ED-B9B2-CDBF-4E85CF25429E}"/>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Text 0">
            <a:extLst>
              <a:ext uri="{FF2B5EF4-FFF2-40B4-BE49-F238E27FC236}">
                <a16:creationId xmlns:a16="http://schemas.microsoft.com/office/drawing/2014/main" id="{33A13B35-97F9-59FB-60F8-1689537D3288}"/>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Picture Placeholder 8">
            <a:extLst>
              <a:ext uri="{FF2B5EF4-FFF2-40B4-BE49-F238E27FC236}">
                <a16:creationId xmlns:a16="http://schemas.microsoft.com/office/drawing/2014/main" id="{4A807B87-2A01-FFD7-38D2-FAE224DE70A0}"/>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14949101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Divider / Dark / 4">
    <p:bg>
      <p:bgPr>
        <a:solidFill>
          <a:srgbClr val="130025"/>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cxnSp>
        <p:nvCxnSpPr>
          <p:cNvPr id="4" name="Straight Connector 3">
            <a:extLst>
              <a:ext uri="{FF2B5EF4-FFF2-40B4-BE49-F238E27FC236}">
                <a16:creationId xmlns:a16="http://schemas.microsoft.com/office/drawing/2014/main" id="{56E0FA0B-14B1-0210-DACF-03389AA35ABE}"/>
              </a:ext>
            </a:extLst>
          </p:cNvPr>
          <p:cNvCxnSpPr>
            <a:cxnSpLocks/>
          </p:cNvCxnSpPr>
          <p:nvPr userDrawn="1"/>
        </p:nvCxnSpPr>
        <p:spPr>
          <a:xfrm>
            <a:off x="406400" y="698500"/>
            <a:ext cx="11385550"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8" name="Picture Placeholder 8">
            <a:extLst>
              <a:ext uri="{FF2B5EF4-FFF2-40B4-BE49-F238E27FC236}">
                <a16:creationId xmlns:a16="http://schemas.microsoft.com/office/drawing/2014/main" id="{9BB6D89B-742B-EB85-2A4C-1092E519461C}"/>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GB"/>
              <a:t>Click icon to add picture</a:t>
            </a:r>
            <a:endParaRPr lang="en-US"/>
          </a:p>
        </p:txBody>
      </p:sp>
      <p:sp>
        <p:nvSpPr>
          <p:cNvPr id="2" name="Text 0">
            <a:extLst>
              <a:ext uri="{FF2B5EF4-FFF2-40B4-BE49-F238E27FC236}">
                <a16:creationId xmlns:a16="http://schemas.microsoft.com/office/drawing/2014/main" id="{443EEF60-D8FB-46CA-9E8E-3CED0A1573C4}"/>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F4F79C72-E86E-8A8E-6595-E15CB50A1716}"/>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bg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9" name="Text 0">
            <a:extLst>
              <a:ext uri="{FF2B5EF4-FFF2-40B4-BE49-F238E27FC236}">
                <a16:creationId xmlns:a16="http://schemas.microsoft.com/office/drawing/2014/main" id="{D8BC33B6-30E0-9DA1-AB60-F8A9EE25D827}"/>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bg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412301568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Divider / Grey / 4">
    <p:bg>
      <p:bgPr>
        <a:solidFill>
          <a:srgbClr val="E3E3E7"/>
        </a:solidFill>
        <a:effectLst/>
      </p:bgPr>
    </p:bg>
    <p:spTree>
      <p:nvGrpSpPr>
        <p:cNvPr id="1" name=""/>
        <p:cNvGrpSpPr/>
        <p:nvPr/>
      </p:nvGrpSpPr>
      <p:grpSpPr>
        <a:xfrm>
          <a:off x="0" y="0"/>
          <a:ext cx="0" cy="0"/>
          <a:chOff x="0" y="0"/>
          <a:chExt cx="0" cy="0"/>
        </a:xfrm>
      </p:grpSpPr>
      <p:pic>
        <p:nvPicPr>
          <p:cNvPr id="11" name="Xebia" descr="preencoded.png">
            <a:extLst>
              <a:ext uri="{FF2B5EF4-FFF2-40B4-BE49-F238E27FC236}">
                <a16:creationId xmlns:a16="http://schemas.microsoft.com/office/drawing/2014/main" id="{FE94E470-19A2-1ACD-4837-E100C6ED6F0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12" name="Text 0">
            <a:extLst>
              <a:ext uri="{FF2B5EF4-FFF2-40B4-BE49-F238E27FC236}">
                <a16:creationId xmlns:a16="http://schemas.microsoft.com/office/drawing/2014/main" id="{CC116E56-59C8-2B8B-1E49-0ED44256A853}"/>
              </a:ext>
            </a:extLst>
          </p:cNvPr>
          <p:cNvSpPr>
            <a:spLocks noGrp="1"/>
          </p:cNvSpPr>
          <p:nvPr>
            <p:ph type="body" idx="106" hasCustomPrompt="1"/>
          </p:nvPr>
        </p:nvSpPr>
        <p:spPr>
          <a:xfrm>
            <a:off x="406399" y="408054"/>
            <a:ext cx="751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3" name="Straight Connector 12">
            <a:extLst>
              <a:ext uri="{FF2B5EF4-FFF2-40B4-BE49-F238E27FC236}">
                <a16:creationId xmlns:a16="http://schemas.microsoft.com/office/drawing/2014/main" id="{94C2AB26-535F-5CB6-7334-1A287921B19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5A51D5FA-B58C-C363-93A7-BAEAE81C55A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76C34122-C471-3000-ABA2-7CD0A6F73AF6}"/>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7" name="Picture Placeholder 8">
            <a:extLst>
              <a:ext uri="{FF2B5EF4-FFF2-40B4-BE49-F238E27FC236}">
                <a16:creationId xmlns:a16="http://schemas.microsoft.com/office/drawing/2014/main" id="{6E09052B-4D26-44A2-B21E-A6F8FC7866AA}"/>
              </a:ext>
            </a:extLst>
          </p:cNvPr>
          <p:cNvSpPr>
            <a:spLocks noGrp="1"/>
          </p:cNvSpPr>
          <p:nvPr>
            <p:ph type="pic" sz="quarter" idx="163"/>
          </p:nvPr>
        </p:nvSpPr>
        <p:spPr>
          <a:xfrm>
            <a:off x="7920569" y="889001"/>
            <a:ext cx="3865033" cy="5270500"/>
          </a:xfrm>
          <a:prstGeom prst="roundRect">
            <a:avLst>
              <a:gd name="adj" fmla="val 3315"/>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tx1"/>
                </a:solidFill>
              </a:defRPr>
            </a:lvl1pPr>
          </a:lstStyle>
          <a:p>
            <a:pPr marL="0" lvl="0" indent="0">
              <a:buNone/>
            </a:pPr>
            <a:r>
              <a:rPr lang="en-GB"/>
              <a:t>Click icon to add picture</a:t>
            </a:r>
            <a:endParaRPr lang="en-US"/>
          </a:p>
        </p:txBody>
      </p:sp>
      <p:sp>
        <p:nvSpPr>
          <p:cNvPr id="2" name="Text 0">
            <a:extLst>
              <a:ext uri="{FF2B5EF4-FFF2-40B4-BE49-F238E27FC236}">
                <a16:creationId xmlns:a16="http://schemas.microsoft.com/office/drawing/2014/main" id="{10FFA006-148F-8177-0DB3-EA8AD9082117}"/>
              </a:ext>
            </a:extLst>
          </p:cNvPr>
          <p:cNvSpPr>
            <a:spLocks noGrp="1" noChangeAspect="1"/>
          </p:cNvSpPr>
          <p:nvPr>
            <p:ph type="body" idx="104" hasCustomPrompt="1"/>
          </p:nvPr>
        </p:nvSpPr>
        <p:spPr>
          <a:xfrm>
            <a:off x="427446" y="2024083"/>
            <a:ext cx="6532155"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Section title</a:t>
            </a:r>
          </a:p>
        </p:txBody>
      </p:sp>
      <p:sp>
        <p:nvSpPr>
          <p:cNvPr id="5" name="Text Placeholder 2">
            <a:extLst>
              <a:ext uri="{FF2B5EF4-FFF2-40B4-BE49-F238E27FC236}">
                <a16:creationId xmlns:a16="http://schemas.microsoft.com/office/drawing/2014/main" id="{3B16A7E0-2489-88A6-3399-A1AAC69F2931}"/>
              </a:ext>
            </a:extLst>
          </p:cNvPr>
          <p:cNvSpPr>
            <a:spLocks noGrp="1"/>
          </p:cNvSpPr>
          <p:nvPr>
            <p:ph type="body" sz="quarter" idx="112" hasCustomPrompt="1"/>
          </p:nvPr>
        </p:nvSpPr>
        <p:spPr>
          <a:xfrm>
            <a:off x="427446" y="3172036"/>
            <a:ext cx="6532155" cy="246221"/>
          </a:xfrm>
          <a:prstGeom prst="rect">
            <a:avLst/>
          </a:prstGeom>
        </p:spPr>
        <p:txBody>
          <a:bodyPr wrap="square" lIns="0" tIns="0" rIns="0" bIns="0" anchor="t">
            <a:noAutofit/>
          </a:bodyPr>
          <a:lstStyle>
            <a:lvl1pPr marL="0" indent="0">
              <a:lnSpc>
                <a:spcPct val="100000"/>
              </a:lnSpc>
              <a:spcBef>
                <a:spcPts val="933"/>
              </a:spcBef>
              <a:buFontTx/>
              <a:buNone/>
              <a:defRPr sz="1600">
                <a:solidFill>
                  <a:schemeClr val="tx1"/>
                </a:solidFill>
              </a:defRPr>
            </a:lvl1pPr>
            <a:lvl2pPr marL="304831" indent="0">
              <a:buFontTx/>
              <a:buNone/>
              <a:defRPr sz="1200">
                <a:solidFill>
                  <a:schemeClr val="bg1"/>
                </a:solidFill>
              </a:defRPr>
            </a:lvl2pPr>
            <a:lvl3pPr marL="609660" indent="0">
              <a:buFontTx/>
              <a:buNone/>
              <a:defRPr sz="1200">
                <a:solidFill>
                  <a:schemeClr val="bg1"/>
                </a:solidFill>
              </a:defRPr>
            </a:lvl3pPr>
            <a:lvl4pPr marL="914492" indent="0">
              <a:buFontTx/>
              <a:buNone/>
              <a:defRPr sz="1200">
                <a:solidFill>
                  <a:schemeClr val="bg1"/>
                </a:solidFill>
              </a:defRPr>
            </a:lvl4pPr>
            <a:lvl5pPr marL="1219322" indent="0">
              <a:buFontTx/>
              <a:buNone/>
              <a:defRPr sz="1200">
                <a:solidFill>
                  <a:schemeClr val="bg1"/>
                </a:solidFill>
              </a:defRPr>
            </a:lvl5pPr>
          </a:lstStyle>
          <a:p>
            <a:pPr lvl="0"/>
            <a:r>
              <a:rPr lang="en-US"/>
              <a:t>Add a intro text</a:t>
            </a:r>
          </a:p>
        </p:txBody>
      </p:sp>
      <p:sp>
        <p:nvSpPr>
          <p:cNvPr id="8" name="Text 0">
            <a:extLst>
              <a:ext uri="{FF2B5EF4-FFF2-40B4-BE49-F238E27FC236}">
                <a16:creationId xmlns:a16="http://schemas.microsoft.com/office/drawing/2014/main" id="{08DD3FD7-4935-D504-ED85-D886CA5FCDA6}"/>
              </a:ext>
            </a:extLst>
          </p:cNvPr>
          <p:cNvSpPr>
            <a:spLocks noGrp="1" noChangeAspect="1"/>
          </p:cNvSpPr>
          <p:nvPr>
            <p:ph type="body" idx="164" hasCustomPrompt="1"/>
          </p:nvPr>
        </p:nvSpPr>
        <p:spPr>
          <a:xfrm>
            <a:off x="427445" y="915838"/>
            <a:ext cx="1732613" cy="875176"/>
          </a:xfrm>
          <a:prstGeom prst="rect">
            <a:avLst/>
          </a:prstGeom>
          <a:noFill/>
          <a:ln/>
        </p:spPr>
        <p:txBody>
          <a:bodyPr wrap="square" lIns="0" tIns="0" rIns="0" bIns="0" rtlCol="0" anchor="t">
            <a:noAutofit/>
          </a:bodyPr>
          <a:lstStyle>
            <a:lvl1pPr marL="0" indent="0" algn="l">
              <a:lnSpc>
                <a:spcPct val="100000"/>
              </a:lnSpc>
              <a:spcBef>
                <a:spcPts val="933"/>
              </a:spcBef>
              <a:buNone/>
              <a:defRPr lang="en-US" sz="5600" b="0" i="0" kern="0" spc="-100" dirty="0">
                <a:solidFill>
                  <a:schemeClr val="tx1"/>
                </a:solidFill>
                <a:latin typeface="+mj-lt"/>
                <a:ea typeface="Arial" panose="020B0604020202020204" pitchFamily="34" charset="0"/>
                <a:cs typeface="Arial" panose="020B0604020202020204" pitchFamily="34" charset="0"/>
              </a:defRPr>
            </a:lvl1pPr>
          </a:lstStyle>
          <a:p>
            <a:pPr marL="0" indent="0" algn="l">
              <a:lnSpc>
                <a:spcPts val="7350"/>
              </a:lnSpc>
              <a:buNone/>
            </a:pPr>
            <a:r>
              <a:rPr lang="en-US" sz="5600"/>
              <a:t>00</a:t>
            </a:r>
          </a:p>
        </p:txBody>
      </p:sp>
    </p:spTree>
    <p:extLst>
      <p:ext uri="{BB962C8B-B14F-4D97-AF65-F5344CB8AC3E}">
        <p14:creationId xmlns:p14="http://schemas.microsoft.com/office/powerpoint/2010/main" val="238219836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idebar Layout">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4" name="TextBox 3">
            <a:extLst>
              <a:ext uri="{FF2B5EF4-FFF2-40B4-BE49-F238E27FC236}">
                <a16:creationId xmlns:a16="http://schemas.microsoft.com/office/drawing/2014/main" id="{5F21F424-9E9D-36D8-DFDB-2535C13893AA}"/>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Sidebar Layout</a:t>
            </a:r>
          </a:p>
        </p:txBody>
      </p:sp>
      <p:sp>
        <p:nvSpPr>
          <p:cNvPr id="3" name="Rectangle 2">
            <a:extLst>
              <a:ext uri="{FF2B5EF4-FFF2-40B4-BE49-F238E27FC236}">
                <a16:creationId xmlns:a16="http://schemas.microsoft.com/office/drawing/2014/main" id="{C8409020-23A3-7B96-61DA-0DA257273CC3}"/>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5" name="Rectangle 4">
            <a:extLst>
              <a:ext uri="{FF2B5EF4-FFF2-40B4-BE49-F238E27FC236}">
                <a16:creationId xmlns:a16="http://schemas.microsoft.com/office/drawing/2014/main" id="{143FE2C9-EE7C-902A-D257-E3234F6A0DEB}"/>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368728791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mage / Right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p:nvPr>
        </p:nvSpPr>
        <p:spPr>
          <a:xfrm>
            <a:off x="6192310" y="901698"/>
            <a:ext cx="5593291" cy="5365663"/>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0" name="Title 9">
            <a:extLst>
              <a:ext uri="{FF2B5EF4-FFF2-40B4-BE49-F238E27FC236}">
                <a16:creationId xmlns:a16="http://schemas.microsoft.com/office/drawing/2014/main" id="{B31E2EF7-CFF4-C403-6EBB-08AF3EF973AF}"/>
              </a:ext>
            </a:extLst>
          </p:cNvPr>
          <p:cNvSpPr>
            <a:spLocks noGrp="1"/>
          </p:cNvSpPr>
          <p:nvPr>
            <p:ph type="title" hasCustomPrompt="1"/>
          </p:nvPr>
        </p:nvSpPr>
        <p:spPr>
          <a:xfrm>
            <a:off x="407459" y="901698"/>
            <a:ext cx="559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559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5" name="Text Placeholder 2">
            <a:extLst>
              <a:ext uri="{FF2B5EF4-FFF2-40B4-BE49-F238E27FC236}">
                <a16:creationId xmlns:a16="http://schemas.microsoft.com/office/drawing/2014/main" id="{88573E5F-051F-3030-E9D2-5FB0CB6786EB}"/>
              </a:ext>
            </a:extLst>
          </p:cNvPr>
          <p:cNvSpPr>
            <a:spLocks noGrp="1" noChangeAspect="1"/>
          </p:cNvSpPr>
          <p:nvPr>
            <p:ph type="body" sz="quarter" idx="110"/>
          </p:nvPr>
        </p:nvSpPr>
        <p:spPr>
          <a:xfrm>
            <a:off x="409714" y="1706620"/>
            <a:ext cx="5588687"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GB"/>
              <a:t>Click to edit Master text styles</a:t>
            </a:r>
          </a:p>
        </p:txBody>
      </p:sp>
      <p:sp>
        <p:nvSpPr>
          <p:cNvPr id="9" name="Slide Number Placeholder 4">
            <a:extLst>
              <a:ext uri="{FF2B5EF4-FFF2-40B4-BE49-F238E27FC236}">
                <a16:creationId xmlns:a16="http://schemas.microsoft.com/office/drawing/2014/main" id="{BE47DD87-CD86-77C5-A047-84297D52C59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2" name="Symbol zastępczy stopki 1">
            <a:extLst>
              <a:ext uri="{FF2B5EF4-FFF2-40B4-BE49-F238E27FC236}">
                <a16:creationId xmlns:a16="http://schemas.microsoft.com/office/drawing/2014/main" id="{DAA17F4A-49DE-A700-6F22-805C3F39EFE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184296130"/>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mage / Right / Dark">
    <p:bg>
      <p:bgPr>
        <a:solidFill>
          <a:srgbClr val="14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hasCustomPrompt="1"/>
          </p:nvPr>
        </p:nvSpPr>
        <p:spPr>
          <a:xfrm>
            <a:off x="6192310" y="901699"/>
            <a:ext cx="5593291" cy="536566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
        <p:nvSpPr>
          <p:cNvPr id="10" name="Title 9">
            <a:extLst>
              <a:ext uri="{FF2B5EF4-FFF2-40B4-BE49-F238E27FC236}">
                <a16:creationId xmlns:a16="http://schemas.microsoft.com/office/drawing/2014/main" id="{B31E2EF7-CFF4-C403-6EBB-08AF3EF973AF}"/>
              </a:ext>
            </a:extLst>
          </p:cNvPr>
          <p:cNvSpPr>
            <a:spLocks noGrp="1"/>
          </p:cNvSpPr>
          <p:nvPr>
            <p:ph type="title"/>
          </p:nvPr>
        </p:nvSpPr>
        <p:spPr>
          <a:xfrm>
            <a:off x="407460" y="917084"/>
            <a:ext cx="5592234"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GB"/>
              <a:t>Click to edit Master title style</a:t>
            </a:r>
            <a:endParaRPr lang="en-US"/>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5592000"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A5005BA5-2FBB-C556-9601-F24E8824CB40}"/>
              </a:ext>
            </a:extLst>
          </p:cNvPr>
          <p:cNvCxnSpPr>
            <a:cxnSpLocks/>
          </p:cNvCxnSpPr>
          <p:nvPr userDrawn="1"/>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a:extLst>
              <a:ext uri="{FF2B5EF4-FFF2-40B4-BE49-F238E27FC236}">
                <a16:creationId xmlns:a16="http://schemas.microsoft.com/office/drawing/2014/main" id="{FE74EAD4-74B6-5989-2858-5D7139444234}"/>
              </a:ext>
            </a:extLst>
          </p:cNvPr>
          <p:cNvSpPr>
            <a:spLocks noGrp="1" noChangeAspect="1"/>
          </p:cNvSpPr>
          <p:nvPr>
            <p:ph type="body" sz="quarter" idx="110"/>
          </p:nvPr>
        </p:nvSpPr>
        <p:spPr>
          <a:xfrm>
            <a:off x="409714" y="1706620"/>
            <a:ext cx="5588687"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GB"/>
              <a:t>Click to edit Master text styles</a:t>
            </a:r>
          </a:p>
        </p:txBody>
      </p:sp>
      <p:sp>
        <p:nvSpPr>
          <p:cNvPr id="14" name="Slide Number Placeholder 4">
            <a:extLst>
              <a:ext uri="{FF2B5EF4-FFF2-40B4-BE49-F238E27FC236}">
                <a16:creationId xmlns:a16="http://schemas.microsoft.com/office/drawing/2014/main" id="{1A4A2BA6-687B-D1B0-E4E2-AA55D8A0D7D7}"/>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15" name="Symbol zastępczy stopki 1">
            <a:extLst>
              <a:ext uri="{FF2B5EF4-FFF2-40B4-BE49-F238E27FC236}">
                <a16:creationId xmlns:a16="http://schemas.microsoft.com/office/drawing/2014/main" id="{E4E59957-125F-E2D7-A093-DE9811E26AE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Tree>
    <p:extLst>
      <p:ext uri="{BB962C8B-B14F-4D97-AF65-F5344CB8AC3E}">
        <p14:creationId xmlns:p14="http://schemas.microsoft.com/office/powerpoint/2010/main" val="1176426091"/>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riple / Column / Light">
    <p:bg>
      <p:bgPr>
        <a:solidFill>
          <a:schemeClr val="bg1"/>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7" name="Text Placeholder 2">
            <a:extLst>
              <a:ext uri="{FF2B5EF4-FFF2-40B4-BE49-F238E27FC236}">
                <a16:creationId xmlns:a16="http://schemas.microsoft.com/office/drawing/2014/main" id="{3516D605-44DA-50D8-32CF-0130A008145F}"/>
              </a:ext>
            </a:extLst>
          </p:cNvPr>
          <p:cNvSpPr>
            <a:spLocks noGrp="1" noChangeAspect="1"/>
          </p:cNvSpPr>
          <p:nvPr>
            <p:ph type="body" sz="quarter" idx="110" hasCustomPrompt="1"/>
          </p:nvPr>
        </p:nvSpPr>
        <p:spPr>
          <a:xfrm>
            <a:off x="431801" y="1666867"/>
            <a:ext cx="7488761" cy="2215991"/>
          </a:xfrm>
          <a:prstGeom prst="rect">
            <a:avLst/>
          </a:prstGeom>
        </p:spPr>
        <p:txBody>
          <a:bodyPr wrap="square" lIns="0" tIns="0" rIns="0" bIns="0" numCol="3" spcCol="28800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algn="l"/>
            <a:r>
              <a:rPr lang="en-US" b="0" i="0" u="none" strike="noStrike">
                <a:solidFill>
                  <a:srgbClr val="000000"/>
                </a:solidFill>
                <a:effectLst/>
              </a:rPr>
              <a:t>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do </a:t>
            </a:r>
            <a:r>
              <a:rPr lang="en-US" b="0" i="0" u="none" strike="noStrike" err="1">
                <a:solidFill>
                  <a:srgbClr val="000000"/>
                </a:solidFill>
                <a:effectLst/>
              </a:rPr>
              <a:t>eiusmod</a:t>
            </a:r>
            <a:r>
              <a:rPr lang="en-US" b="0" i="0" u="none" strike="noStrike">
                <a:solidFill>
                  <a:srgbClr val="000000"/>
                </a:solidFill>
                <a:effectLst/>
              </a:rPr>
              <a:t> </a:t>
            </a:r>
            <a:r>
              <a:rPr lang="en-US" b="0" i="0" u="none" strike="noStrike" err="1">
                <a:solidFill>
                  <a:srgbClr val="000000"/>
                </a:solidFill>
                <a:effectLst/>
              </a:rPr>
              <a:t>tempor</a:t>
            </a:r>
            <a:r>
              <a:rPr lang="en-US" b="0" i="0" u="none" strike="noStrike">
                <a:solidFill>
                  <a:srgbClr val="000000"/>
                </a:solidFill>
                <a:effectLst/>
              </a:rPr>
              <a:t> </a:t>
            </a:r>
            <a:r>
              <a:rPr lang="en-US" b="0" i="0" u="none" strike="noStrike" err="1">
                <a:solidFill>
                  <a:srgbClr val="000000"/>
                </a:solidFill>
                <a:effectLst/>
              </a:rPr>
              <a:t>incididunt</a:t>
            </a:r>
            <a:r>
              <a:rPr lang="en-US" b="0" i="0" u="none" strike="noStrike">
                <a:solidFill>
                  <a:srgbClr val="000000"/>
                </a:solidFill>
                <a:effectLst/>
              </a:rPr>
              <a:t> </a:t>
            </a:r>
            <a:r>
              <a:rPr lang="en-US" b="0" i="0" u="none" strike="noStrike" err="1">
                <a:solidFill>
                  <a:srgbClr val="000000"/>
                </a:solidFill>
                <a:effectLst/>
              </a:rPr>
              <a:t>ut</a:t>
            </a:r>
            <a:r>
              <a:rPr lang="en-US" b="0" i="0" u="none" strike="noStrike">
                <a:solidFill>
                  <a:srgbClr val="000000"/>
                </a:solidFill>
                <a:effectLst/>
              </a:rPr>
              <a:t> labore et dolore magna </a:t>
            </a:r>
            <a:r>
              <a:rPr lang="en-US" b="0" i="0" u="none" strike="noStrike" err="1">
                <a:solidFill>
                  <a:srgbClr val="000000"/>
                </a:solidFill>
                <a:effectLst/>
              </a:rPr>
              <a:t>aliqua</a:t>
            </a:r>
            <a:r>
              <a:rPr lang="en-US" b="0" i="0" u="none" strike="noStrike">
                <a:solidFill>
                  <a:srgbClr val="000000"/>
                </a:solidFill>
                <a:effectLst/>
              </a:rPr>
              <a:t>. 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do </a:t>
            </a:r>
            <a:r>
              <a:rPr lang="en-US" b="0" i="0" u="none" strike="noStrike" err="1">
                <a:solidFill>
                  <a:srgbClr val="000000"/>
                </a:solidFill>
                <a:effectLst/>
              </a:rPr>
              <a:t>eiusmod</a:t>
            </a:r>
            <a:r>
              <a:rPr lang="en-US" b="0" i="0" u="none" strike="noStrike">
                <a:solidFill>
                  <a:srgbClr val="000000"/>
                </a:solidFill>
                <a:effectLst/>
              </a:rPr>
              <a:t> </a:t>
            </a:r>
            <a:r>
              <a:rPr lang="en-US" b="0" i="0" u="none" strike="noStrike" err="1">
                <a:solidFill>
                  <a:srgbClr val="000000"/>
                </a:solidFill>
                <a:effectLst/>
              </a:rPr>
              <a:t>tempor</a:t>
            </a:r>
            <a:r>
              <a:rPr lang="en-US" b="0" i="0" u="none" strike="noStrike">
                <a:solidFill>
                  <a:srgbClr val="000000"/>
                </a:solidFill>
                <a:effectLst/>
              </a:rPr>
              <a:t> </a:t>
            </a:r>
            <a:r>
              <a:rPr lang="en-US" b="0" i="0" u="none" strike="noStrike" err="1">
                <a:solidFill>
                  <a:srgbClr val="000000"/>
                </a:solidFill>
                <a:effectLst/>
              </a:rPr>
              <a:t>incididunt</a:t>
            </a:r>
            <a:r>
              <a:rPr lang="en-US" b="0" i="0" u="none" strike="noStrike">
                <a:solidFill>
                  <a:srgbClr val="000000"/>
                </a:solidFill>
                <a:effectLst/>
              </a:rPr>
              <a:t> </a:t>
            </a:r>
            <a:r>
              <a:rPr lang="en-US" b="0" i="0" u="none" strike="noStrike" err="1">
                <a:solidFill>
                  <a:srgbClr val="000000"/>
                </a:solidFill>
                <a:effectLst/>
              </a:rPr>
              <a:t>ut</a:t>
            </a:r>
            <a:r>
              <a:rPr lang="en-US" b="0" i="0" u="none" strike="noStrike">
                <a:solidFill>
                  <a:srgbClr val="000000"/>
                </a:solidFill>
                <a:effectLst/>
              </a:rPr>
              <a:t> labore et dolore magna </a:t>
            </a:r>
            <a:r>
              <a:rPr lang="en-US" b="0" i="0" u="none" strike="noStrike" err="1">
                <a:solidFill>
                  <a:srgbClr val="000000"/>
                </a:solidFill>
                <a:effectLst/>
              </a:rPr>
              <a:t>aliqua</a:t>
            </a:r>
            <a:r>
              <a:rPr lang="en-US" b="0" i="0" u="none" strike="noStrike">
                <a:solidFill>
                  <a:srgbClr val="000000"/>
                </a:solidFill>
                <a:effectLst/>
              </a:rPr>
              <a:t>. Ut </a:t>
            </a:r>
            <a:r>
              <a:rPr lang="en-US" b="0" i="0" u="none" strike="noStrike" err="1">
                <a:solidFill>
                  <a:srgbClr val="000000"/>
                </a:solidFill>
                <a:effectLst/>
              </a:rPr>
              <a:t>enim</a:t>
            </a:r>
            <a:r>
              <a:rPr lang="en-US" b="0" i="0" u="none" strike="noStrike">
                <a:solidFill>
                  <a:srgbClr val="000000"/>
                </a:solidFill>
                <a:effectLst/>
              </a:rPr>
              <a:t> ad minim </a:t>
            </a:r>
            <a:r>
              <a:rPr lang="en-US" b="0" i="0" u="none" strike="noStrike" err="1">
                <a:solidFill>
                  <a:srgbClr val="000000"/>
                </a:solidFill>
                <a:effectLst/>
              </a:rPr>
              <a:t>veniam</a:t>
            </a:r>
            <a:r>
              <a:rPr lang="en-US" b="0" i="0" u="none" strike="noStrike">
                <a:solidFill>
                  <a:srgbClr val="000000"/>
                </a:solidFill>
                <a:effectLst/>
              </a:rPr>
              <a:t>, </a:t>
            </a:r>
            <a:r>
              <a:rPr lang="en-US" b="0" i="0" u="none" strike="noStrike" err="1">
                <a:solidFill>
                  <a:srgbClr val="000000"/>
                </a:solidFill>
                <a:effectLst/>
              </a:rPr>
              <a:t>quis</a:t>
            </a:r>
            <a:r>
              <a:rPr lang="en-US" b="0" i="0" u="none" strike="noStrike">
                <a:solidFill>
                  <a:srgbClr val="000000"/>
                </a:solidFill>
                <a:effectLst/>
              </a:rPr>
              <a:t> </a:t>
            </a:r>
            <a:r>
              <a:rPr lang="en-US" b="0" i="0" u="none" strike="noStrike" err="1">
                <a:solidFill>
                  <a:srgbClr val="000000"/>
                </a:solidFill>
                <a:effectLst/>
              </a:rPr>
              <a:t>nostrud</a:t>
            </a:r>
            <a:r>
              <a:rPr lang="en-US" b="0" i="0" u="none" strike="noStrike">
                <a:solidFill>
                  <a:srgbClr val="000000"/>
                </a:solidFill>
                <a:effectLst/>
              </a:rPr>
              <a:t> exercitation </a:t>
            </a:r>
            <a:r>
              <a:rPr lang="en-US" b="0" i="0" u="none" strike="noStrike" err="1">
                <a:solidFill>
                  <a:srgbClr val="000000"/>
                </a:solidFill>
                <a:effectLst/>
              </a:rPr>
              <a:t>ullamco</a:t>
            </a:r>
            <a:r>
              <a:rPr lang="en-US" b="0" i="0" u="none" strike="noStrike">
                <a:solidFill>
                  <a:srgbClr val="000000"/>
                </a:solidFill>
                <a:effectLst/>
              </a:rPr>
              <a:t> </a:t>
            </a:r>
            <a:r>
              <a:rPr lang="en-US" b="0" i="0" u="none" strike="noStrike" err="1">
                <a:solidFill>
                  <a:srgbClr val="000000"/>
                </a:solidFill>
                <a:effectLst/>
              </a:rPr>
              <a:t>laboris</a:t>
            </a:r>
            <a:r>
              <a:rPr lang="en-US" b="0" i="0" u="none" strike="noStrike">
                <a:solidFill>
                  <a:srgbClr val="000000"/>
                </a:solidFill>
                <a:effectLst/>
              </a:rPr>
              <a:t> nisi </a:t>
            </a:r>
            <a:r>
              <a:rPr lang="en-US" b="0" i="0" u="none" strike="noStrike" err="1">
                <a:solidFill>
                  <a:srgbClr val="000000"/>
                </a:solidFill>
                <a:effectLst/>
              </a:rPr>
              <a:t>ut</a:t>
            </a:r>
            <a:r>
              <a:rPr lang="en-US" b="0" i="0" u="none" strike="noStrike">
                <a:solidFill>
                  <a:srgbClr val="000000"/>
                </a:solidFill>
                <a:effectLst/>
              </a:rPr>
              <a:t> </a:t>
            </a:r>
            <a:r>
              <a:rPr lang="en-US" b="0" i="0" u="none" strike="noStrike" err="1">
                <a:solidFill>
                  <a:srgbClr val="000000"/>
                </a:solidFill>
                <a:effectLst/>
              </a:rPr>
              <a:t>aliquip</a:t>
            </a:r>
            <a:r>
              <a:rPr lang="en-US" b="0" i="0" u="none" strike="noStrike">
                <a:solidFill>
                  <a:srgbClr val="000000"/>
                </a:solidFill>
                <a:effectLst/>
              </a:rPr>
              <a:t> ex </a:t>
            </a:r>
            <a:r>
              <a:rPr lang="en-US" b="0" i="0" u="none" strike="noStrike" err="1">
                <a:solidFill>
                  <a:srgbClr val="000000"/>
                </a:solidFill>
                <a:effectLst/>
              </a:rPr>
              <a:t>ea</a:t>
            </a:r>
            <a:r>
              <a:rPr lang="en-US" b="0" i="0" u="none" strike="noStrike">
                <a:solidFill>
                  <a:srgbClr val="000000"/>
                </a:solidFill>
                <a:effectLst/>
              </a:rPr>
              <a:t> </a:t>
            </a:r>
            <a:r>
              <a:rPr lang="en-US" b="0" i="0" u="none" strike="noStrike" err="1">
                <a:solidFill>
                  <a:srgbClr val="000000"/>
                </a:solidFill>
                <a:effectLst/>
              </a:rPr>
              <a:t>commodo</a:t>
            </a:r>
            <a:r>
              <a:rPr lang="en-US" b="0" i="0" u="none" strike="noStrike">
                <a:solidFill>
                  <a:srgbClr val="000000"/>
                </a:solidFill>
                <a:effectLst/>
              </a:rPr>
              <a:t> </a:t>
            </a:r>
            <a:r>
              <a:rPr lang="en-US" b="0" i="0" u="none" strike="noStrike" err="1">
                <a:solidFill>
                  <a:srgbClr val="000000"/>
                </a:solidFill>
                <a:effectLst/>
              </a:rPr>
              <a:t>consequat</a:t>
            </a:r>
            <a:r>
              <a:rPr lang="en-US" b="0" i="0" u="none" strike="noStrike">
                <a:solidFill>
                  <a:srgbClr val="000000"/>
                </a:solidFill>
                <a:effectLst/>
              </a:rPr>
              <a:t>.</a:t>
            </a:r>
          </a:p>
          <a:p>
            <a:pPr algn="l"/>
            <a:r>
              <a:rPr lang="en-US" b="0" i="0" u="none" strike="noStrike">
                <a:solidFill>
                  <a:srgbClr val="000000"/>
                </a:solidFill>
                <a:effectLst/>
              </a:rPr>
              <a:t>Lorem ipsum dolor sit </a:t>
            </a:r>
            <a:r>
              <a:rPr lang="en-US" b="0" i="0" u="none" strike="noStrike" err="1">
                <a:solidFill>
                  <a:srgbClr val="000000"/>
                </a:solidFill>
                <a:effectLst/>
              </a:rPr>
              <a:t>amet</a:t>
            </a:r>
            <a:r>
              <a:rPr lang="en-US" b="0" i="0" u="none" strike="noStrike">
                <a:solidFill>
                  <a:srgbClr val="000000"/>
                </a:solidFill>
                <a:effectLst/>
              </a:rPr>
              <a:t>, </a:t>
            </a:r>
            <a:r>
              <a:rPr lang="en-US" b="0" i="0" u="none" strike="noStrike" err="1">
                <a:solidFill>
                  <a:srgbClr val="000000"/>
                </a:solidFill>
                <a:effectLst/>
              </a:rPr>
              <a:t>consectetur</a:t>
            </a:r>
            <a:r>
              <a:rPr lang="en-US" b="0" i="0" u="none" strike="noStrike">
                <a:solidFill>
                  <a:srgbClr val="000000"/>
                </a:solidFill>
                <a:effectLst/>
              </a:rPr>
              <a:t> </a:t>
            </a:r>
            <a:r>
              <a:rPr lang="en-US" b="0" i="0" u="none" strike="noStrike" err="1">
                <a:solidFill>
                  <a:srgbClr val="000000"/>
                </a:solidFill>
                <a:effectLst/>
              </a:rPr>
              <a:t>adipiscing</a:t>
            </a:r>
            <a:r>
              <a:rPr lang="en-US" b="0" i="0" u="none" strike="noStrike">
                <a:solidFill>
                  <a:srgbClr val="000000"/>
                </a:solidFill>
                <a:effectLst/>
              </a:rPr>
              <a:t> </a:t>
            </a:r>
            <a:r>
              <a:rPr lang="en-US" b="0" i="0" u="none" strike="noStrike" err="1">
                <a:solidFill>
                  <a:srgbClr val="000000"/>
                </a:solidFill>
                <a:effectLst/>
              </a:rPr>
              <a:t>elit</a:t>
            </a:r>
            <a:r>
              <a:rPr lang="en-US" b="0" i="0" u="none" strike="noStrike">
                <a:solidFill>
                  <a:srgbClr val="000000"/>
                </a:solidFill>
                <a:effectLst/>
              </a:rPr>
              <a:t>. Sed </a:t>
            </a:r>
            <a:r>
              <a:rPr lang="en-US" b="0" i="0" u="none" strike="noStrike" err="1">
                <a:solidFill>
                  <a:srgbClr val="000000"/>
                </a:solidFill>
                <a:effectLst/>
              </a:rPr>
              <a:t>ut</a:t>
            </a:r>
            <a:r>
              <a:rPr lang="en-US" b="0" i="0" u="none" strike="noStrike">
                <a:solidFill>
                  <a:srgbClr val="000000"/>
                </a:solidFill>
                <a:effectLst/>
              </a:rPr>
              <a:t> </a:t>
            </a:r>
            <a:r>
              <a:rPr lang="en-US" b="0" i="0" u="none" strike="noStrike" err="1">
                <a:solidFill>
                  <a:srgbClr val="000000"/>
                </a:solidFill>
                <a:effectLst/>
              </a:rPr>
              <a:t>perspiciatis</a:t>
            </a:r>
            <a:r>
              <a:rPr lang="en-US" b="0" i="0" u="none" strike="noStrike">
                <a:solidFill>
                  <a:srgbClr val="000000"/>
                </a:solidFill>
                <a:effectLst/>
              </a:rPr>
              <a:t> </a:t>
            </a:r>
            <a:r>
              <a:rPr lang="en-US" b="0" i="0" u="none" strike="noStrike" err="1">
                <a:solidFill>
                  <a:srgbClr val="000000"/>
                </a:solidFill>
                <a:effectLst/>
              </a:rPr>
              <a:t>unde</a:t>
            </a:r>
            <a:r>
              <a:rPr lang="en-US" b="0" i="0" u="none" strike="noStrike">
                <a:solidFill>
                  <a:srgbClr val="000000"/>
                </a:solidFill>
                <a:effectLst/>
              </a:rPr>
              <a:t> </a:t>
            </a:r>
            <a:r>
              <a:rPr lang="en-US" b="0" i="0" u="none" strike="noStrike" err="1">
                <a:solidFill>
                  <a:srgbClr val="000000"/>
                </a:solidFill>
                <a:effectLst/>
              </a:rPr>
              <a:t>omnis</a:t>
            </a:r>
            <a:r>
              <a:rPr lang="en-US" b="0" i="0" u="none" strike="noStrike">
                <a:solidFill>
                  <a:srgbClr val="000000"/>
                </a:solidFill>
                <a:effectLst/>
              </a:rPr>
              <a:t> </a:t>
            </a:r>
            <a:r>
              <a:rPr lang="en-US" b="0" i="0" u="none" strike="noStrike" err="1">
                <a:solidFill>
                  <a:srgbClr val="000000"/>
                </a:solidFill>
                <a:effectLst/>
              </a:rPr>
              <a:t>iste</a:t>
            </a:r>
            <a:r>
              <a:rPr lang="en-US" b="0" i="0" u="none" strike="noStrike">
                <a:solidFill>
                  <a:srgbClr val="000000"/>
                </a:solidFill>
                <a:effectLst/>
              </a:rPr>
              <a:t> </a:t>
            </a:r>
            <a:r>
              <a:rPr lang="en-US" b="0" i="0" u="none" strike="noStrike" err="1">
                <a:solidFill>
                  <a:srgbClr val="000000"/>
                </a:solidFill>
                <a:effectLst/>
              </a:rPr>
              <a:t>natus</a:t>
            </a:r>
            <a:r>
              <a:rPr lang="en-US" b="0" i="0" u="none" strike="noStrike">
                <a:solidFill>
                  <a:srgbClr val="000000"/>
                </a:solidFill>
                <a:effectLst/>
              </a:rPr>
              <a:t> error sit </a:t>
            </a:r>
            <a:r>
              <a:rPr lang="en-US" b="0" i="0" u="none" strike="noStrike" err="1">
                <a:solidFill>
                  <a:srgbClr val="000000"/>
                </a:solidFill>
                <a:effectLst/>
              </a:rPr>
              <a:t>voluptatem</a:t>
            </a:r>
            <a:r>
              <a:rPr lang="en-US" b="0" i="0" u="none" strike="noStrike">
                <a:solidFill>
                  <a:srgbClr val="000000"/>
                </a:solidFill>
                <a:effectLst/>
              </a:rPr>
              <a:t> </a:t>
            </a:r>
            <a:r>
              <a:rPr lang="en-US" b="0" i="0" u="none" strike="noStrike" err="1">
                <a:solidFill>
                  <a:srgbClr val="000000"/>
                </a:solidFill>
                <a:effectLst/>
              </a:rPr>
              <a:t>accusantium</a:t>
            </a:r>
            <a:r>
              <a:rPr lang="en-US" b="0" i="0" u="none" strike="noStrike">
                <a:solidFill>
                  <a:srgbClr val="000000"/>
                </a:solidFill>
                <a:effectLst/>
              </a:rPr>
              <a:t> </a:t>
            </a:r>
            <a:r>
              <a:rPr lang="en-US" b="0" i="0" u="none" strike="noStrike" err="1">
                <a:solidFill>
                  <a:srgbClr val="000000"/>
                </a:solidFill>
                <a:effectLst/>
              </a:rPr>
              <a:t>doloremque</a:t>
            </a:r>
            <a:r>
              <a:rPr lang="en-US" b="0" i="0" u="none" strike="noStrike">
                <a:solidFill>
                  <a:srgbClr val="000000"/>
                </a:solidFill>
                <a:effectLst/>
              </a:rPr>
              <a:t> </a:t>
            </a:r>
            <a:r>
              <a:rPr lang="en-US" b="0" i="0" u="none" strike="noStrike" err="1">
                <a:solidFill>
                  <a:srgbClr val="000000"/>
                </a:solidFill>
                <a:effectLst/>
              </a:rPr>
              <a:t>laudantium</a:t>
            </a:r>
            <a:r>
              <a:rPr lang="en-US" b="0" i="0" u="none" strike="noStrike">
                <a:solidFill>
                  <a:srgbClr val="000000"/>
                </a:solidFill>
                <a:effectLst/>
              </a:rPr>
              <a:t>, </a:t>
            </a:r>
            <a:r>
              <a:rPr lang="en-US" b="0" i="0" u="none" strike="noStrike" err="1">
                <a:solidFill>
                  <a:srgbClr val="000000"/>
                </a:solidFill>
                <a:effectLst/>
              </a:rPr>
              <a:t>totam</a:t>
            </a:r>
            <a:r>
              <a:rPr lang="en-US" b="0" i="0" u="none" strike="noStrike">
                <a:solidFill>
                  <a:srgbClr val="000000"/>
                </a:solidFill>
                <a:effectLst/>
              </a:rPr>
              <a:t> rem </a:t>
            </a:r>
            <a:r>
              <a:rPr lang="en-US" b="0" i="0" u="none" strike="noStrike" err="1">
                <a:solidFill>
                  <a:srgbClr val="000000"/>
                </a:solidFill>
                <a:effectLst/>
              </a:rPr>
              <a:t>aperiam</a:t>
            </a:r>
            <a:r>
              <a:rPr lang="en-US" b="0" i="0" u="none" strike="noStrike">
                <a:solidFill>
                  <a:srgbClr val="000000"/>
                </a:solidFill>
                <a:effectLst/>
              </a:rPr>
              <a:t>, </a:t>
            </a:r>
            <a:r>
              <a:rPr lang="en-US" b="0" i="0" u="none" strike="noStrike" err="1">
                <a:solidFill>
                  <a:srgbClr val="000000"/>
                </a:solidFill>
                <a:effectLst/>
              </a:rPr>
              <a:t>eaque</a:t>
            </a:r>
            <a:r>
              <a:rPr lang="en-US" b="0" i="0" u="none" strike="noStrike">
                <a:solidFill>
                  <a:srgbClr val="000000"/>
                </a:solidFill>
                <a:effectLst/>
              </a:rPr>
              <a:t> </a:t>
            </a:r>
            <a:r>
              <a:rPr lang="en-US" b="0" i="0" u="none" strike="noStrike" err="1">
                <a:solidFill>
                  <a:srgbClr val="000000"/>
                </a:solidFill>
                <a:effectLst/>
              </a:rPr>
              <a:t>ipsa</a:t>
            </a:r>
            <a:r>
              <a:rPr lang="en-US" b="0" i="0" u="none" strike="noStrike">
                <a:solidFill>
                  <a:srgbClr val="000000"/>
                </a:solidFill>
                <a:effectLst/>
              </a:rPr>
              <a:t> </a:t>
            </a:r>
            <a:r>
              <a:rPr lang="en-US" b="0" i="0" u="none" strike="noStrike" err="1">
                <a:solidFill>
                  <a:srgbClr val="000000"/>
                </a:solidFill>
                <a:effectLst/>
              </a:rPr>
              <a:t>quae</a:t>
            </a:r>
            <a:r>
              <a:rPr lang="en-US" b="0" i="0" u="none" strike="noStrike">
                <a:solidFill>
                  <a:srgbClr val="000000"/>
                </a:solidFill>
                <a:effectLst/>
              </a:rPr>
              <a:t> ab </a:t>
            </a:r>
            <a:r>
              <a:rPr lang="en-US" b="0" i="0" u="none" strike="noStrike" err="1">
                <a:solidFill>
                  <a:srgbClr val="000000"/>
                </a:solidFill>
                <a:effectLst/>
              </a:rPr>
              <a:t>illo</a:t>
            </a:r>
            <a:r>
              <a:rPr lang="en-US" b="0" i="0" u="none" strike="noStrike">
                <a:solidFill>
                  <a:srgbClr val="000000"/>
                </a:solidFill>
                <a:effectLst/>
              </a:rPr>
              <a:t> </a:t>
            </a:r>
            <a:r>
              <a:rPr lang="en-US" b="0" i="0" u="none" strike="noStrike" err="1">
                <a:solidFill>
                  <a:srgbClr val="000000"/>
                </a:solidFill>
                <a:effectLst/>
              </a:rPr>
              <a:t>inventore</a:t>
            </a:r>
            <a:r>
              <a:rPr lang="en-US" b="0" i="0" u="none" strike="noStrike">
                <a:solidFill>
                  <a:srgbClr val="000000"/>
                </a:solidFill>
                <a:effectLst/>
              </a:rPr>
              <a:t> </a:t>
            </a:r>
            <a:r>
              <a:rPr lang="en-US" b="0" i="0" u="none" strike="noStrike" err="1">
                <a:solidFill>
                  <a:srgbClr val="000000"/>
                </a:solidFill>
                <a:effectLst/>
              </a:rPr>
              <a:t>veritatis</a:t>
            </a:r>
            <a:r>
              <a:rPr lang="en-US" b="0" i="0" u="none" strike="noStrike">
                <a:solidFill>
                  <a:srgbClr val="000000"/>
                </a:solidFill>
                <a:effectLst/>
              </a:rPr>
              <a:t> et quasi </a:t>
            </a:r>
            <a:r>
              <a:rPr lang="en-US" b="0" i="0" u="none" strike="noStrike" err="1">
                <a:solidFill>
                  <a:srgbClr val="000000"/>
                </a:solidFill>
                <a:effectLst/>
              </a:rPr>
              <a:t>architecto</a:t>
            </a:r>
            <a:r>
              <a:rPr lang="en-US" b="0" i="0" u="none" strike="noStrike">
                <a:solidFill>
                  <a:srgbClr val="000000"/>
                </a:solidFill>
                <a:effectLst/>
              </a:rPr>
              <a:t> beatae vitae dicta sunt </a:t>
            </a:r>
            <a:r>
              <a:rPr lang="en-US" b="0" i="0" u="none" strike="noStrike" err="1">
                <a:solidFill>
                  <a:srgbClr val="000000"/>
                </a:solidFill>
                <a:effectLst/>
              </a:rPr>
              <a:t>explicabo</a:t>
            </a:r>
            <a:r>
              <a:rPr lang="en-US" b="0" i="0" u="none" strike="noStrike">
                <a:solidFill>
                  <a:srgbClr val="000000"/>
                </a:solidFill>
                <a:effectLst/>
              </a:rPr>
              <a:t>. Nemo </a:t>
            </a:r>
            <a:r>
              <a:rPr lang="en-US" b="0" i="0" u="none" strike="noStrike" err="1">
                <a:solidFill>
                  <a:srgbClr val="000000"/>
                </a:solidFill>
                <a:effectLst/>
              </a:rPr>
              <a:t>enim</a:t>
            </a:r>
            <a:r>
              <a:rPr lang="en-US" b="0" i="0" u="none" strike="noStrike">
                <a:solidFill>
                  <a:srgbClr val="000000"/>
                </a:solidFill>
                <a:effectLst/>
              </a:rPr>
              <a:t> </a:t>
            </a:r>
            <a:r>
              <a:rPr lang="en-US" b="0" i="0" u="none" strike="noStrike" err="1">
                <a:solidFill>
                  <a:srgbClr val="000000"/>
                </a:solidFill>
                <a:effectLst/>
              </a:rPr>
              <a:t>ipsam</a:t>
            </a:r>
            <a:r>
              <a:rPr lang="en-US" b="0" i="0" u="none" strike="noStrike">
                <a:solidFill>
                  <a:srgbClr val="000000"/>
                </a:solidFill>
                <a:effectLst/>
              </a:rPr>
              <a:t> </a:t>
            </a:r>
            <a:r>
              <a:rPr lang="en-US" b="0" i="0" u="none" strike="noStrike" err="1">
                <a:solidFill>
                  <a:srgbClr val="000000"/>
                </a:solidFill>
                <a:effectLst/>
              </a:rPr>
              <a:t>voluptatem</a:t>
            </a:r>
            <a:r>
              <a:rPr lang="en-US" b="0" i="0" u="none" strike="noStrike">
                <a:solidFill>
                  <a:srgbClr val="000000"/>
                </a:solidFill>
                <a:effectLst/>
              </a:rPr>
              <a:t> quia </a:t>
            </a:r>
            <a:r>
              <a:rPr lang="en-US" b="0" i="0" u="none" strike="noStrike" err="1">
                <a:solidFill>
                  <a:srgbClr val="000000"/>
                </a:solidFill>
                <a:effectLst/>
              </a:rPr>
              <a:t>voluptas</a:t>
            </a:r>
            <a:r>
              <a:rPr lang="en-US" b="0" i="0" u="none" strike="noStrike">
                <a:solidFill>
                  <a:srgbClr val="000000"/>
                </a:solidFill>
                <a:effectLst/>
              </a:rPr>
              <a:t> sit </a:t>
            </a:r>
            <a:r>
              <a:rPr lang="en-US" b="0" i="0" u="none" strike="noStrike" err="1">
                <a:solidFill>
                  <a:srgbClr val="000000"/>
                </a:solidFill>
                <a:effectLst/>
              </a:rPr>
              <a:t>aspernatur</a:t>
            </a:r>
            <a:r>
              <a:rPr lang="en-US" b="0" i="0" u="none" strike="noStrike">
                <a:solidFill>
                  <a:srgbClr val="000000"/>
                </a:solidFill>
                <a:effectLst/>
              </a:rPr>
              <a:t> </a:t>
            </a:r>
            <a:r>
              <a:rPr lang="en-US" b="0" i="0" u="none" strike="noStrike" err="1">
                <a:solidFill>
                  <a:srgbClr val="000000"/>
                </a:solidFill>
                <a:effectLst/>
              </a:rPr>
              <a:t>aut</a:t>
            </a:r>
            <a:r>
              <a:rPr lang="en-US" b="0" i="0" u="none" strike="noStrike">
                <a:solidFill>
                  <a:srgbClr val="000000"/>
                </a:solidFill>
                <a:effectLst/>
              </a:rPr>
              <a:t> </a:t>
            </a:r>
            <a:r>
              <a:rPr lang="en-US" b="0" i="0" u="none" strike="noStrike" err="1">
                <a:solidFill>
                  <a:srgbClr val="000000"/>
                </a:solidFill>
                <a:effectLst/>
              </a:rPr>
              <a:t>odit</a:t>
            </a:r>
            <a:r>
              <a:rPr lang="en-US" b="0" i="0" u="none" strike="noStrike">
                <a:solidFill>
                  <a:srgbClr val="000000"/>
                </a:solidFill>
                <a:effectLst/>
              </a:rPr>
              <a:t> </a:t>
            </a:r>
            <a:r>
              <a:rPr lang="en-US" b="0" i="0" u="none" strike="noStrike" err="1">
                <a:solidFill>
                  <a:srgbClr val="000000"/>
                </a:solidFill>
                <a:effectLst/>
              </a:rPr>
              <a:t>aut</a:t>
            </a:r>
            <a:r>
              <a:rPr lang="en-US" b="0" i="0" u="none" strike="noStrike">
                <a:solidFill>
                  <a:srgbClr val="000000"/>
                </a:solidFill>
                <a:effectLst/>
              </a:rPr>
              <a:t> fugit.</a:t>
            </a:r>
          </a:p>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a:t>
            </a:r>
            <a:r>
              <a:rPr lang="en-US" err="1"/>
              <a:t>ut</a:t>
            </a:r>
            <a:r>
              <a:rPr lang="en-US"/>
              <a:t> </a:t>
            </a:r>
            <a:r>
              <a:rPr lang="en-US" err="1"/>
              <a:t>perspiciatis</a:t>
            </a:r>
            <a:r>
              <a:rPr lang="en-US"/>
              <a:t> </a:t>
            </a:r>
            <a:r>
              <a:rPr lang="en-US" err="1"/>
              <a:t>unde</a:t>
            </a:r>
            <a:r>
              <a:rPr lang="en-US"/>
              <a:t> </a:t>
            </a:r>
            <a:r>
              <a:rPr lang="en-US" err="1"/>
              <a:t>omnis</a:t>
            </a:r>
            <a:r>
              <a:rPr lang="en-US"/>
              <a:t> </a:t>
            </a:r>
            <a:r>
              <a:rPr lang="en-US" err="1"/>
              <a:t>iste</a:t>
            </a:r>
            <a:r>
              <a:rPr lang="en-US"/>
              <a:t> </a:t>
            </a:r>
            <a:r>
              <a:rPr lang="en-US" err="1"/>
              <a:t>natus</a:t>
            </a:r>
            <a:r>
              <a:rPr lang="en-US"/>
              <a:t> error sit </a:t>
            </a:r>
            <a:r>
              <a:rPr lang="en-US" err="1"/>
              <a:t>voluptatem</a:t>
            </a:r>
            <a:r>
              <a:rPr lang="en-US"/>
              <a:t> </a:t>
            </a:r>
            <a:r>
              <a:rPr lang="en-US" err="1"/>
              <a:t>accusantium</a:t>
            </a:r>
            <a:r>
              <a:rPr lang="en-US"/>
              <a:t> </a:t>
            </a:r>
            <a:r>
              <a:rPr lang="en-US" err="1"/>
              <a:t>doloremque</a:t>
            </a:r>
            <a:r>
              <a:rPr lang="en-US"/>
              <a:t> </a:t>
            </a:r>
            <a:r>
              <a:rPr lang="en-US" err="1"/>
              <a:t>laudantium</a:t>
            </a:r>
            <a:r>
              <a:rPr lang="en-US"/>
              <a:t>, </a:t>
            </a:r>
            <a:r>
              <a:rPr lang="en-US" err="1"/>
              <a:t>totam</a:t>
            </a:r>
            <a:r>
              <a:rPr lang="en-US"/>
              <a:t> rem </a:t>
            </a:r>
            <a:r>
              <a:rPr lang="en-US" err="1"/>
              <a:t>aperiam</a:t>
            </a:r>
            <a:r>
              <a:rPr lang="en-US"/>
              <a:t>, </a:t>
            </a:r>
            <a:r>
              <a:rPr lang="en-US" err="1"/>
              <a:t>eaque</a:t>
            </a:r>
            <a:r>
              <a:rPr lang="en-US"/>
              <a:t> </a:t>
            </a:r>
            <a:r>
              <a:rPr lang="en-US" err="1"/>
              <a:t>ipsa</a:t>
            </a:r>
            <a:r>
              <a:rPr lang="en-US"/>
              <a:t> </a:t>
            </a:r>
            <a:r>
              <a:rPr lang="en-US" err="1"/>
              <a:t>quae</a:t>
            </a:r>
            <a:r>
              <a:rPr lang="en-US"/>
              <a:t> ab </a:t>
            </a:r>
            <a:r>
              <a:rPr lang="en-US" err="1"/>
              <a:t>illo</a:t>
            </a:r>
            <a:r>
              <a:rPr lang="en-US"/>
              <a:t> </a:t>
            </a:r>
            <a:r>
              <a:rPr lang="en-US" err="1"/>
              <a:t>inventore</a:t>
            </a:r>
            <a:r>
              <a:rPr lang="en-US"/>
              <a:t> </a:t>
            </a:r>
            <a:r>
              <a:rPr lang="en-US" err="1"/>
              <a:t>veritatis</a:t>
            </a:r>
            <a:r>
              <a:rPr lang="en-US"/>
              <a:t> et quasi </a:t>
            </a:r>
            <a:r>
              <a:rPr lang="en-US" err="1"/>
              <a:t>architecto</a:t>
            </a:r>
            <a:r>
              <a:rPr lang="en-US"/>
              <a:t> beatae vitae dicta sunt </a:t>
            </a:r>
            <a:r>
              <a:rPr lang="en-US" err="1"/>
              <a:t>explicabo</a:t>
            </a:r>
            <a:r>
              <a:rPr lang="en-US"/>
              <a:t>. Nemo </a:t>
            </a:r>
            <a:r>
              <a:rPr lang="en-US" err="1"/>
              <a:t>enim</a:t>
            </a:r>
            <a:r>
              <a:rPr lang="en-US"/>
              <a:t> </a:t>
            </a:r>
            <a:r>
              <a:rPr lang="en-US" err="1"/>
              <a:t>ipsam</a:t>
            </a:r>
            <a:r>
              <a:rPr lang="en-US"/>
              <a:t> </a:t>
            </a:r>
            <a:r>
              <a:rPr lang="en-US" err="1"/>
              <a:t>voluptatem</a:t>
            </a:r>
            <a:r>
              <a:rPr lang="en-US"/>
              <a:t> quia </a:t>
            </a:r>
            <a:r>
              <a:rPr lang="en-US" err="1"/>
              <a:t>voluptas</a:t>
            </a:r>
            <a:r>
              <a:rPr lang="en-US"/>
              <a:t> sit </a:t>
            </a:r>
            <a:r>
              <a:rPr lang="en-US" err="1"/>
              <a:t>aspernatur</a:t>
            </a:r>
            <a:r>
              <a:rPr lang="en-US"/>
              <a:t> </a:t>
            </a:r>
            <a:r>
              <a:rPr lang="en-US" err="1"/>
              <a:t>aut</a:t>
            </a:r>
            <a:r>
              <a:rPr lang="en-US"/>
              <a:t> </a:t>
            </a:r>
            <a:r>
              <a:rPr lang="en-US" err="1"/>
              <a:t>odit</a:t>
            </a:r>
            <a:r>
              <a:rPr lang="en-US"/>
              <a:t> </a:t>
            </a:r>
            <a:r>
              <a:rPr lang="en-US" err="1"/>
              <a:t>aut</a:t>
            </a:r>
            <a:r>
              <a:rPr lang="en-US"/>
              <a:t> fugit.</a:t>
            </a:r>
          </a:p>
        </p:txBody>
      </p:sp>
      <p:sp>
        <p:nvSpPr>
          <p:cNvPr id="8" name="Picture Placeholder 8">
            <a:extLst>
              <a:ext uri="{FF2B5EF4-FFF2-40B4-BE49-F238E27FC236}">
                <a16:creationId xmlns:a16="http://schemas.microsoft.com/office/drawing/2014/main" id="{8B1AB890-D81D-B3B8-879B-1CA628996562}"/>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0" y="408054"/>
            <a:ext cx="7514162"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0" name="Straight Connector 9">
            <a:extLst>
              <a:ext uri="{FF2B5EF4-FFF2-40B4-BE49-F238E27FC236}">
                <a16:creationId xmlns:a16="http://schemas.microsoft.com/office/drawing/2014/main" id="{EBE34772-0BB3-8C94-9154-025E0D4DA3B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itle 9">
            <a:extLst>
              <a:ext uri="{FF2B5EF4-FFF2-40B4-BE49-F238E27FC236}">
                <a16:creationId xmlns:a16="http://schemas.microsoft.com/office/drawing/2014/main" id="{204FCDE9-E56E-BC34-D09A-2D1B6799AB73}"/>
              </a:ext>
            </a:extLst>
          </p:cNvPr>
          <p:cNvSpPr>
            <a:spLocks noGrp="1"/>
          </p:cNvSpPr>
          <p:nvPr>
            <p:ph type="title" hasCustomPrompt="1"/>
          </p:nvPr>
        </p:nvSpPr>
        <p:spPr>
          <a:xfrm>
            <a:off x="407458" y="910534"/>
            <a:ext cx="7513104" cy="369332"/>
          </a:xfrm>
          <a:prstGeom prst="rect">
            <a:avLst/>
          </a:prstGeom>
        </p:spPr>
        <p:txBody>
          <a:bodyPr wrap="square" lIns="0" tIns="0" rIns="0" bIns="0" anchor="t">
            <a:spAutoFit/>
          </a:bodyPr>
          <a:lstStyle>
            <a:lvl1pPr algn="l">
              <a:defRPr lang="en-US" sz="2400" dirty="0">
                <a:solidFill>
                  <a:schemeClr val="tx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pic>
        <p:nvPicPr>
          <p:cNvPr id="5" name="Xebia" descr="preencoded.png">
            <a:extLst>
              <a:ext uri="{FF2B5EF4-FFF2-40B4-BE49-F238E27FC236}">
                <a16:creationId xmlns:a16="http://schemas.microsoft.com/office/drawing/2014/main" id="{14022396-C929-B061-BCCA-05E18E1B0F34}"/>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
        <p:nvSpPr>
          <p:cNvPr id="4" name="Slide Number Placeholder 4">
            <a:extLst>
              <a:ext uri="{FF2B5EF4-FFF2-40B4-BE49-F238E27FC236}">
                <a16:creationId xmlns:a16="http://schemas.microsoft.com/office/drawing/2014/main" id="{EBDC3C6A-C86D-8181-019D-689D6F6F97E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C21B1DB0-EA92-D684-C760-56B9B0FBCA9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557779481"/>
      </p:ext>
    </p:extLst>
  </p:cSld>
  <p:clrMapOvr>
    <a:masterClrMapping/>
  </p:clrMapOvr>
  <p:extLst>
    <p:ext uri="{DCECCB84-F9BA-43D5-87BE-67443E8EF086}">
      <p15:sldGuideLst xmlns:p15="http://schemas.microsoft.com/office/powerpoint/2012/main">
        <p15:guide id="1" orient="horz" pos="255" userDrawn="1">
          <p15:clr>
            <a:srgbClr val="A4A3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0"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Wide / Column / Light">
    <p:bg>
      <p:bgPr>
        <a:solidFill>
          <a:schemeClr val="bg1"/>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0" name="Straight Connector 9">
            <a:extLst>
              <a:ext uri="{FF2B5EF4-FFF2-40B4-BE49-F238E27FC236}">
                <a16:creationId xmlns:a16="http://schemas.microsoft.com/office/drawing/2014/main" id="{EBE34772-0BB3-8C94-9154-025E0D4DA3B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2">
            <a:extLst>
              <a:ext uri="{FF2B5EF4-FFF2-40B4-BE49-F238E27FC236}">
                <a16:creationId xmlns:a16="http://schemas.microsoft.com/office/drawing/2014/main" id="{7A1D72B7-B14F-38E5-02BB-5D163BAE58DF}"/>
              </a:ext>
            </a:extLst>
          </p:cNvPr>
          <p:cNvSpPr>
            <a:spLocks noGrp="1" noChangeAspect="1"/>
          </p:cNvSpPr>
          <p:nvPr>
            <p:ph type="body" sz="quarter" idx="110"/>
          </p:nvPr>
        </p:nvSpPr>
        <p:spPr>
          <a:xfrm>
            <a:off x="431803" y="1666866"/>
            <a:ext cx="7488765" cy="184666"/>
          </a:xfrm>
          <a:prstGeom prst="rect">
            <a:avLst/>
          </a:prstGeom>
        </p:spPr>
        <p:txBody>
          <a:bodyPr wrap="square" lIns="0" tIns="0" rIns="0" bIns="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6" name="Title 9">
            <a:extLst>
              <a:ext uri="{FF2B5EF4-FFF2-40B4-BE49-F238E27FC236}">
                <a16:creationId xmlns:a16="http://schemas.microsoft.com/office/drawing/2014/main" id="{A3852ADE-9EAE-73B5-CEA1-9399F6614D9D}"/>
              </a:ext>
            </a:extLst>
          </p:cNvPr>
          <p:cNvSpPr>
            <a:spLocks noGrp="1"/>
          </p:cNvSpPr>
          <p:nvPr>
            <p:ph type="title" hasCustomPrompt="1"/>
          </p:nvPr>
        </p:nvSpPr>
        <p:spPr>
          <a:xfrm>
            <a:off x="407458" y="910532"/>
            <a:ext cx="7513109" cy="369332"/>
          </a:xfrm>
          <a:prstGeom prst="rect">
            <a:avLst/>
          </a:prstGeom>
        </p:spPr>
        <p:txBody>
          <a:bodyPr wrap="square" lIns="0" tIns="0" rIns="0" bIns="0" anchor="t">
            <a:spAutoFit/>
          </a:bodyPr>
          <a:lstStyle>
            <a:lvl1pPr algn="l">
              <a:defRPr lang="en-US" sz="2400" dirty="0">
                <a:solidFill>
                  <a:schemeClr val="tx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pic>
        <p:nvPicPr>
          <p:cNvPr id="4" name="Xebia" descr="preencoded.png">
            <a:extLst>
              <a:ext uri="{FF2B5EF4-FFF2-40B4-BE49-F238E27FC236}">
                <a16:creationId xmlns:a16="http://schemas.microsoft.com/office/drawing/2014/main" id="{1689E251-74EA-FF25-61F8-A88F28D15CE6}"/>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
        <p:nvSpPr>
          <p:cNvPr id="7" name="Slide Number Placeholder 4">
            <a:extLst>
              <a:ext uri="{FF2B5EF4-FFF2-40B4-BE49-F238E27FC236}">
                <a16:creationId xmlns:a16="http://schemas.microsoft.com/office/drawing/2014/main" id="{A80DE525-9A6C-EC7E-10F4-02DE14E68495}"/>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9" name="Symbol zastępczy stopki 1">
            <a:extLst>
              <a:ext uri="{FF2B5EF4-FFF2-40B4-BE49-F238E27FC236}">
                <a16:creationId xmlns:a16="http://schemas.microsoft.com/office/drawing/2014/main" id="{8510732B-15EE-D1BE-C49F-D4AB2AF3BDA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12" name="Picture Placeholder 8">
            <a:extLst>
              <a:ext uri="{FF2B5EF4-FFF2-40B4-BE49-F238E27FC236}">
                <a16:creationId xmlns:a16="http://schemas.microsoft.com/office/drawing/2014/main" id="{593126B2-70D2-7B5F-B468-72FEA98FA81D}"/>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Tree>
    <p:extLst>
      <p:ext uri="{BB962C8B-B14F-4D97-AF65-F5344CB8AC3E}">
        <p14:creationId xmlns:p14="http://schemas.microsoft.com/office/powerpoint/2010/main" val="187755338"/>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Moodboard / Text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 0">
            <a:extLst>
              <a:ext uri="{FF2B5EF4-FFF2-40B4-BE49-F238E27FC236}">
                <a16:creationId xmlns:a16="http://schemas.microsoft.com/office/drawing/2014/main" id="{EC13069E-C585-8CED-A4E4-B0A3E38FF667}"/>
              </a:ext>
            </a:extLst>
          </p:cNvPr>
          <p:cNvSpPr>
            <a:spLocks noGrp="1"/>
          </p:cNvSpPr>
          <p:nvPr>
            <p:ph type="body" idx="106" hasCustomPrompt="1"/>
          </p:nvPr>
        </p:nvSpPr>
        <p:spPr>
          <a:xfrm>
            <a:off x="406400" y="408055"/>
            <a:ext cx="7514166"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7" name="Text Placeholder 22">
            <a:extLst>
              <a:ext uri="{FF2B5EF4-FFF2-40B4-BE49-F238E27FC236}">
                <a16:creationId xmlns:a16="http://schemas.microsoft.com/office/drawing/2014/main" id="{23EADD4C-1DC9-0EEE-2B91-834CE03B6374}"/>
              </a:ext>
            </a:extLst>
          </p:cNvPr>
          <p:cNvSpPr>
            <a:spLocks noGrp="1"/>
          </p:cNvSpPr>
          <p:nvPr>
            <p:ph type="body" sz="quarter" idx="136" hasCustomPrompt="1"/>
          </p:nvPr>
        </p:nvSpPr>
        <p:spPr>
          <a:xfrm>
            <a:off x="406402" y="909520"/>
            <a:ext cx="3673475" cy="328295"/>
          </a:xfrm>
          <a:prstGeom prst="rect">
            <a:avLst/>
          </a:prstGeom>
        </p:spPr>
        <p:txBody>
          <a:bodyPr wrap="square" lIns="0" tIns="0" rIns="0" bIns="0" anchor="t">
            <a:spAutoFit/>
          </a:bodyPr>
          <a:lstStyle>
            <a:lvl1pPr marL="0" indent="0">
              <a:lnSpc>
                <a:spcPct val="100000"/>
              </a:lnSpc>
              <a:buNone/>
              <a:defRPr sz="2133">
                <a:solidFill>
                  <a:schemeClr val="tx1"/>
                </a:solidFill>
                <a:latin typeface="+mj-lt"/>
              </a:defRPr>
            </a:lvl1pPr>
          </a:lstStyle>
          <a:p>
            <a:pPr lvl="0"/>
            <a:r>
              <a:rPr lang="en-US" noProof="0"/>
              <a:t>Click to edit master title style</a:t>
            </a:r>
            <a:endParaRPr lang="en-US"/>
          </a:p>
        </p:txBody>
      </p:sp>
      <p:sp>
        <p:nvSpPr>
          <p:cNvPr id="18" name="Text Placeholder 2">
            <a:extLst>
              <a:ext uri="{FF2B5EF4-FFF2-40B4-BE49-F238E27FC236}">
                <a16:creationId xmlns:a16="http://schemas.microsoft.com/office/drawing/2014/main" id="{89C5EEA2-58EF-ADCC-7D0F-0EDA8FB4F406}"/>
              </a:ext>
            </a:extLst>
          </p:cNvPr>
          <p:cNvSpPr>
            <a:spLocks noGrp="1"/>
          </p:cNvSpPr>
          <p:nvPr>
            <p:ph type="body" sz="quarter" idx="110" hasCustomPrompt="1"/>
          </p:nvPr>
        </p:nvSpPr>
        <p:spPr>
          <a:xfrm>
            <a:off x="406402" y="1631488"/>
            <a:ext cx="3673475" cy="923330"/>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This is a placeholder introduction text. Use this space to briefly present the topic, highlight the main idea, or set the context for your audience. Replace this text with your own introduction once you prepare your presentation.</a:t>
            </a:r>
          </a:p>
        </p:txBody>
      </p:sp>
      <p:sp>
        <p:nvSpPr>
          <p:cNvPr id="6" name="Symbol zastępczy stopki 1">
            <a:extLst>
              <a:ext uri="{FF2B5EF4-FFF2-40B4-BE49-F238E27FC236}">
                <a16:creationId xmlns:a16="http://schemas.microsoft.com/office/drawing/2014/main" id="{CF9E764D-8488-13F4-8C96-91CDDD0C183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7" name="Picture Placeholder 8">
            <a:extLst>
              <a:ext uri="{FF2B5EF4-FFF2-40B4-BE49-F238E27FC236}">
                <a16:creationId xmlns:a16="http://schemas.microsoft.com/office/drawing/2014/main" id="{63E1B289-AD96-B82A-654A-4926CC483484}"/>
              </a:ext>
            </a:extLst>
          </p:cNvPr>
          <p:cNvSpPr>
            <a:spLocks noGrp="1"/>
          </p:cNvSpPr>
          <p:nvPr>
            <p:ph type="pic" sz="quarter" idx="163"/>
          </p:nvPr>
        </p:nvSpPr>
        <p:spPr>
          <a:xfrm>
            <a:off x="5231344" y="898865"/>
            <a:ext cx="2689225" cy="5409816"/>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8" name="Picture Placeholder 8">
            <a:extLst>
              <a:ext uri="{FF2B5EF4-FFF2-40B4-BE49-F238E27FC236}">
                <a16:creationId xmlns:a16="http://schemas.microsoft.com/office/drawing/2014/main" id="{0CCA20F2-DE2E-1545-5790-DC2BF26AB16D}"/>
              </a:ext>
            </a:extLst>
          </p:cNvPr>
          <p:cNvSpPr>
            <a:spLocks noGrp="1"/>
          </p:cNvSpPr>
          <p:nvPr>
            <p:ph type="pic" sz="quarter" idx="164"/>
          </p:nvPr>
        </p:nvSpPr>
        <p:spPr>
          <a:xfrm>
            <a:off x="8111068" y="898866"/>
            <a:ext cx="3668804" cy="270043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3" name="Picture Placeholder 8">
            <a:extLst>
              <a:ext uri="{FF2B5EF4-FFF2-40B4-BE49-F238E27FC236}">
                <a16:creationId xmlns:a16="http://schemas.microsoft.com/office/drawing/2014/main" id="{3E47FE60-B287-5D27-C1B2-684FDF4CA0FD}"/>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5" name="Slide Number Placeholder 4">
            <a:extLst>
              <a:ext uri="{FF2B5EF4-FFF2-40B4-BE49-F238E27FC236}">
                <a16:creationId xmlns:a16="http://schemas.microsoft.com/office/drawing/2014/main" id="{FDB9C799-45A6-F5F6-C40E-9D5A2C9F08DE}"/>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Tree>
    <p:extLst>
      <p:ext uri="{BB962C8B-B14F-4D97-AF65-F5344CB8AC3E}">
        <p14:creationId xmlns:p14="http://schemas.microsoft.com/office/powerpoint/2010/main" val="2530284057"/>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5" pos="257" userDrawn="1">
          <p15:clr>
            <a:srgbClr val="A4A3A4"/>
          </p15:clr>
        </p15:guide>
        <p15:guide id="26" orient="horz" pos="4065" userDrawn="1">
          <p15:clr>
            <a:srgbClr val="A4A3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Moodboard / Text / Dark">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2" name="Text 0">
            <a:extLst>
              <a:ext uri="{FF2B5EF4-FFF2-40B4-BE49-F238E27FC236}">
                <a16:creationId xmlns:a16="http://schemas.microsoft.com/office/drawing/2014/main" id="{EC13069E-C585-8CED-A4E4-B0A3E38FF667}"/>
              </a:ext>
            </a:extLst>
          </p:cNvPr>
          <p:cNvSpPr>
            <a:spLocks noGrp="1"/>
          </p:cNvSpPr>
          <p:nvPr>
            <p:ph type="body" idx="106" hasCustomPrompt="1"/>
          </p:nvPr>
        </p:nvSpPr>
        <p:spPr>
          <a:xfrm>
            <a:off x="406400" y="408054"/>
            <a:ext cx="7514166"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8" name="Straight Connector 7">
            <a:extLst>
              <a:ext uri="{FF2B5EF4-FFF2-40B4-BE49-F238E27FC236}">
                <a16:creationId xmlns:a16="http://schemas.microsoft.com/office/drawing/2014/main" id="{8EFB5BF0-7004-5E74-470B-655614F2B4F7}"/>
              </a:ext>
            </a:extLst>
          </p:cNvPr>
          <p:cNvCxnSpPr/>
          <p:nvPr userDrawn="1"/>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2" name="Text Placeholder 22">
            <a:extLst>
              <a:ext uri="{FF2B5EF4-FFF2-40B4-BE49-F238E27FC236}">
                <a16:creationId xmlns:a16="http://schemas.microsoft.com/office/drawing/2014/main" id="{DE769C75-D41B-0434-496A-248E0EF773E6}"/>
              </a:ext>
            </a:extLst>
          </p:cNvPr>
          <p:cNvSpPr>
            <a:spLocks noGrp="1"/>
          </p:cNvSpPr>
          <p:nvPr>
            <p:ph type="body" sz="quarter" idx="136" hasCustomPrompt="1"/>
          </p:nvPr>
        </p:nvSpPr>
        <p:spPr>
          <a:xfrm>
            <a:off x="406402" y="909520"/>
            <a:ext cx="3673475" cy="328295"/>
          </a:xfrm>
          <a:prstGeom prst="rect">
            <a:avLst/>
          </a:prstGeom>
        </p:spPr>
        <p:txBody>
          <a:bodyPr wrap="square" lIns="0" tIns="0" rIns="0" bIns="0" anchor="t">
            <a:spAutoFit/>
          </a:bodyPr>
          <a:lstStyle>
            <a:lvl1pPr marL="0" indent="0">
              <a:lnSpc>
                <a:spcPct val="100000"/>
              </a:lnSpc>
              <a:buNone/>
              <a:defRPr sz="2133">
                <a:solidFill>
                  <a:schemeClr val="bg1"/>
                </a:solidFill>
                <a:latin typeface="+mj-lt"/>
              </a:defRPr>
            </a:lvl1pPr>
          </a:lstStyle>
          <a:p>
            <a:pPr lvl="0"/>
            <a:r>
              <a:rPr lang="en-US" noProof="0"/>
              <a:t>Click to edit master title style</a:t>
            </a:r>
            <a:endParaRPr lang="en-US"/>
          </a:p>
        </p:txBody>
      </p:sp>
      <p:sp>
        <p:nvSpPr>
          <p:cNvPr id="23" name="Text Placeholder 2">
            <a:extLst>
              <a:ext uri="{FF2B5EF4-FFF2-40B4-BE49-F238E27FC236}">
                <a16:creationId xmlns:a16="http://schemas.microsoft.com/office/drawing/2014/main" id="{0437A1E8-A264-6234-D981-F4148EA171FC}"/>
              </a:ext>
            </a:extLst>
          </p:cNvPr>
          <p:cNvSpPr>
            <a:spLocks noGrp="1"/>
          </p:cNvSpPr>
          <p:nvPr>
            <p:ph type="body" sz="quarter" idx="110" hasCustomPrompt="1"/>
          </p:nvPr>
        </p:nvSpPr>
        <p:spPr>
          <a:xfrm>
            <a:off x="406402" y="1631488"/>
            <a:ext cx="3673475" cy="923330"/>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This is a placeholder introduction text. Use this space to briefly present the topic, highlight the main idea, or set the context for your audience. Replace this text with your own introduction once you prepare your presentation.</a:t>
            </a:r>
          </a:p>
        </p:txBody>
      </p:sp>
      <p:sp>
        <p:nvSpPr>
          <p:cNvPr id="7" name="Symbol zastępczy stopki 1">
            <a:extLst>
              <a:ext uri="{FF2B5EF4-FFF2-40B4-BE49-F238E27FC236}">
                <a16:creationId xmlns:a16="http://schemas.microsoft.com/office/drawing/2014/main" id="{CC1CDD4D-86D2-FE35-98D9-97924588970A}"/>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9" name="Picture Placeholder 8">
            <a:extLst>
              <a:ext uri="{FF2B5EF4-FFF2-40B4-BE49-F238E27FC236}">
                <a16:creationId xmlns:a16="http://schemas.microsoft.com/office/drawing/2014/main" id="{7C58CE45-55A2-0213-46D9-A27284B5B6C8}"/>
              </a:ext>
            </a:extLst>
          </p:cNvPr>
          <p:cNvSpPr>
            <a:spLocks noGrp="1"/>
          </p:cNvSpPr>
          <p:nvPr>
            <p:ph type="pic" sz="quarter" idx="163"/>
          </p:nvPr>
        </p:nvSpPr>
        <p:spPr>
          <a:xfrm>
            <a:off x="5231344" y="898865"/>
            <a:ext cx="2689225" cy="5409816"/>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0" name="Picture Placeholder 8">
            <a:extLst>
              <a:ext uri="{FF2B5EF4-FFF2-40B4-BE49-F238E27FC236}">
                <a16:creationId xmlns:a16="http://schemas.microsoft.com/office/drawing/2014/main" id="{972D3EFE-8560-E3C1-7AF1-4074F71D2C92}"/>
              </a:ext>
            </a:extLst>
          </p:cNvPr>
          <p:cNvSpPr>
            <a:spLocks noGrp="1"/>
          </p:cNvSpPr>
          <p:nvPr>
            <p:ph type="pic" sz="quarter" idx="164"/>
          </p:nvPr>
        </p:nvSpPr>
        <p:spPr>
          <a:xfrm>
            <a:off x="8111068" y="898866"/>
            <a:ext cx="3668804" cy="270043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1" name="Picture Placeholder 8">
            <a:extLst>
              <a:ext uri="{FF2B5EF4-FFF2-40B4-BE49-F238E27FC236}">
                <a16:creationId xmlns:a16="http://schemas.microsoft.com/office/drawing/2014/main" id="{35ECC632-4941-91AD-8350-12C9955F081A}"/>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4" name="Slide Number Placeholder 4">
            <a:extLst>
              <a:ext uri="{FF2B5EF4-FFF2-40B4-BE49-F238E27FC236}">
                <a16:creationId xmlns:a16="http://schemas.microsoft.com/office/drawing/2014/main" id="{92D45EDD-99F2-01E7-2988-D8347BA4C21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Tree>
    <p:extLst>
      <p:ext uri="{BB962C8B-B14F-4D97-AF65-F5344CB8AC3E}">
        <p14:creationId xmlns:p14="http://schemas.microsoft.com/office/powerpoint/2010/main" val="82864634"/>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5" pos="257" userDrawn="1">
          <p15:clr>
            <a:srgbClr val="A4A3A4"/>
          </p15:clr>
        </p15:guide>
        <p15:guide id="26" orient="horz" pos="4065" userDrawn="1">
          <p15:clr>
            <a:srgbClr val="A4A3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tro 01">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userDrawn="1"/>
        </p:nvSpPr>
        <p:spPr>
          <a:xfrm>
            <a:off x="8112125" y="901699"/>
            <a:ext cx="3679824" cy="5365665"/>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6" name="Text Placeholder 2">
            <a:extLst>
              <a:ext uri="{FF2B5EF4-FFF2-40B4-BE49-F238E27FC236}">
                <a16:creationId xmlns:a16="http://schemas.microsoft.com/office/drawing/2014/main" id="{D8372643-3B7C-6294-FD18-89DDF20FE750}"/>
              </a:ext>
            </a:extLst>
          </p:cNvPr>
          <p:cNvSpPr>
            <a:spLocks noGrp="1"/>
          </p:cNvSpPr>
          <p:nvPr>
            <p:ph type="body" sz="quarter" idx="147" hasCustomPrompt="1"/>
          </p:nvPr>
        </p:nvSpPr>
        <p:spPr>
          <a:xfrm>
            <a:off x="406401" y="2129102"/>
            <a:ext cx="7514167" cy="3679597"/>
          </a:xfrm>
          <a:prstGeom prst="rect">
            <a:avLst/>
          </a:prstGeom>
        </p:spPr>
        <p:txBody>
          <a:bodyPr wrap="square" lIns="0" tIns="0" rIns="0" bIns="0" numCol="2" spcCol="332640" anchor="t">
            <a:spAutoFit/>
          </a:bodyPr>
          <a:lstStyle>
            <a:lvl1pPr marL="0" marR="0" indent="0" algn="l" defTabSz="609660" rtl="0" eaLnBrk="1" fontAlgn="auto" latinLnBrk="0" hangingPunct="1">
              <a:lnSpc>
                <a:spcPts val="1387"/>
              </a:lnSpc>
              <a:spcBef>
                <a:spcPts val="933"/>
              </a:spcBef>
              <a:spcAft>
                <a:spcPts val="0"/>
              </a:spcAft>
              <a:buClrTx/>
              <a:buSzTx/>
              <a:buFontTx/>
              <a:buNone/>
              <a:tabLst/>
              <a:defRPr sz="1067">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a:t>
            </a:r>
          </a:p>
          <a:p>
            <a:pPr lvl="0"/>
            <a:endParaRPr lang="en-US"/>
          </a:p>
          <a:p>
            <a:pPr lvl="0"/>
            <a:endParaRPr lang="en-US"/>
          </a:p>
          <a:p>
            <a:pPr lvl="0"/>
            <a:endParaRPr lang="en-US"/>
          </a:p>
          <a:p>
            <a:pPr lvl="0"/>
            <a:endParaRPr lang="en-US"/>
          </a:p>
          <a:p>
            <a:pPr marL="0" marR="0" lvl="0" indent="0" algn="l" defTabSz="609660" rtl="0" eaLnBrk="1" fontAlgn="auto" latinLnBrk="0" hangingPunct="1">
              <a:lnSpc>
                <a:spcPts val="1387"/>
              </a:lnSpc>
              <a:spcBef>
                <a:spcPts val="933"/>
              </a:spcBef>
              <a:spcAft>
                <a:spcPts val="0"/>
              </a:spcAft>
              <a:buClrTx/>
              <a:buSzTx/>
              <a:buFontTx/>
              <a:buNone/>
              <a:tabLst/>
              <a:defRPr/>
            </a:pPr>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a:t>
            </a:r>
          </a:p>
        </p:txBody>
      </p:sp>
      <p:sp>
        <p:nvSpPr>
          <p:cNvPr id="7" name="Text Placeholder 2">
            <a:extLst>
              <a:ext uri="{FF2B5EF4-FFF2-40B4-BE49-F238E27FC236}">
                <a16:creationId xmlns:a16="http://schemas.microsoft.com/office/drawing/2014/main" id="{C4AF30B4-85EB-A1D4-4010-2C61122E8753}"/>
              </a:ext>
            </a:extLst>
          </p:cNvPr>
          <p:cNvSpPr>
            <a:spLocks noGrp="1"/>
          </p:cNvSpPr>
          <p:nvPr>
            <p:ph type="body" sz="quarter" idx="158"/>
          </p:nvPr>
        </p:nvSpPr>
        <p:spPr>
          <a:xfrm>
            <a:off x="8310564" y="5417693"/>
            <a:ext cx="3282950" cy="165772"/>
          </a:xfrm>
          <a:prstGeom prst="rect">
            <a:avLst/>
          </a:prstGeom>
        </p:spPr>
        <p:txBody>
          <a:bodyPr wrap="square" lIns="0" tIns="0" rIns="0" bIns="0" anchor="b">
            <a:spAutoFit/>
          </a:bodyPr>
          <a:lstStyle>
            <a:lvl1pPr marL="0" indent="0">
              <a:lnSpc>
                <a:spcPts val="1387"/>
              </a:lnSpc>
              <a:spcBef>
                <a:spcPts val="933"/>
              </a:spcBef>
              <a:buFontTx/>
              <a:buNone/>
              <a:defRPr sz="1067">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13" name="Picture Placeholder 8">
            <a:extLst>
              <a:ext uri="{FF2B5EF4-FFF2-40B4-BE49-F238E27FC236}">
                <a16:creationId xmlns:a16="http://schemas.microsoft.com/office/drawing/2014/main" id="{EC83104C-BCB2-B66E-29C5-6CD4E89035A0}"/>
              </a:ext>
            </a:extLst>
          </p:cNvPr>
          <p:cNvSpPr>
            <a:spLocks noGrp="1"/>
          </p:cNvSpPr>
          <p:nvPr>
            <p:ph type="pic" sz="quarter" idx="163"/>
          </p:nvPr>
        </p:nvSpPr>
        <p:spPr>
          <a:xfrm>
            <a:off x="8307387" y="1056497"/>
            <a:ext cx="3289300" cy="2286000"/>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GB"/>
              <a:t>Click icon to add picture</a:t>
            </a:r>
            <a:endParaRPr lang="en-US"/>
          </a:p>
        </p:txBody>
      </p:sp>
      <p:cxnSp>
        <p:nvCxnSpPr>
          <p:cNvPr id="8" name="Straight Connector 7">
            <a:extLst>
              <a:ext uri="{FF2B5EF4-FFF2-40B4-BE49-F238E27FC236}">
                <a16:creationId xmlns:a16="http://schemas.microsoft.com/office/drawing/2014/main" id="{E37D7387-1543-C4E3-141C-4CC1DF7FA95C}"/>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809BACA3-2E0A-39F6-130F-D5AE7D77E2DE}"/>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lide Number Placeholder 4">
            <a:extLst>
              <a:ext uri="{FF2B5EF4-FFF2-40B4-BE49-F238E27FC236}">
                <a16:creationId xmlns:a16="http://schemas.microsoft.com/office/drawing/2014/main" id="{25302047-ABAD-0CD7-8E86-1057A5595EFB}"/>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5" name="Symbol zastępczy stopki 1">
            <a:extLst>
              <a:ext uri="{FF2B5EF4-FFF2-40B4-BE49-F238E27FC236}">
                <a16:creationId xmlns:a16="http://schemas.microsoft.com/office/drawing/2014/main" id="{BC270ADE-93B0-C3AD-86D2-FBED009528C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
        <p:nvSpPr>
          <p:cNvPr id="14" name="Title 11">
            <a:extLst>
              <a:ext uri="{FF2B5EF4-FFF2-40B4-BE49-F238E27FC236}">
                <a16:creationId xmlns:a16="http://schemas.microsoft.com/office/drawing/2014/main" id="{F13BB4F1-255C-9385-B3DE-3E32A9C26F4B}"/>
              </a:ext>
            </a:extLst>
          </p:cNvPr>
          <p:cNvSpPr>
            <a:spLocks noGrp="1"/>
          </p:cNvSpPr>
          <p:nvPr>
            <p:ph type="title"/>
          </p:nvPr>
        </p:nvSpPr>
        <p:spPr>
          <a:xfrm>
            <a:off x="406401" y="901699"/>
            <a:ext cx="7510462" cy="584775"/>
          </a:xfrm>
          <a:prstGeom prst="rect">
            <a:avLst/>
          </a:prstGeom>
        </p:spPr>
        <p:txBody>
          <a:bodyPr wrap="square">
            <a:spAutoFit/>
          </a:bodyPr>
          <a:lstStyle>
            <a:lvl1pPr algn="l">
              <a:defRPr sz="3200"/>
            </a:lvl1pPr>
          </a:lstStyle>
          <a:p>
            <a:r>
              <a:rPr lang="en-GB"/>
              <a:t>Click to edit Master title style</a:t>
            </a:r>
            <a:endParaRPr lang="en-US"/>
          </a:p>
        </p:txBody>
      </p:sp>
    </p:spTree>
    <p:extLst>
      <p:ext uri="{BB962C8B-B14F-4D97-AF65-F5344CB8AC3E}">
        <p14:creationId xmlns:p14="http://schemas.microsoft.com/office/powerpoint/2010/main" val="240842855"/>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ntro 02">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userDrawn="1"/>
        </p:nvSpPr>
        <p:spPr>
          <a:xfrm>
            <a:off x="7144810" y="526699"/>
            <a:ext cx="4639733" cy="5781148"/>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2"/>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userDrawn="1"/>
        </p:nvCxnSpPr>
        <p:spPr>
          <a:xfrm>
            <a:off x="350266" y="698500"/>
            <a:ext cx="6609334" cy="0"/>
          </a:xfrm>
          <a:prstGeom prst="line">
            <a:avLst/>
          </a:prstGeom>
        </p:spPr>
        <p:style>
          <a:lnRef idx="1">
            <a:schemeClr val="accent1"/>
          </a:lnRef>
          <a:fillRef idx="0">
            <a:schemeClr val="accent1"/>
          </a:fillRef>
          <a:effectRef idx="0">
            <a:schemeClr val="accent1"/>
          </a:effectRef>
          <a:fontRef idx="minor">
            <a:schemeClr val="tx1"/>
          </a:fontRef>
        </p:style>
      </p:cxnSp>
      <p:sp>
        <p:nvSpPr>
          <p:cNvPr id="10" name="Picture Placeholder 8">
            <a:extLst>
              <a:ext uri="{FF2B5EF4-FFF2-40B4-BE49-F238E27FC236}">
                <a16:creationId xmlns:a16="http://schemas.microsoft.com/office/drawing/2014/main" id="{6B65A597-CB7A-23AC-0683-AD77A0FF01D2}"/>
              </a:ext>
            </a:extLst>
          </p:cNvPr>
          <p:cNvSpPr>
            <a:spLocks noGrp="1"/>
          </p:cNvSpPr>
          <p:nvPr>
            <p:ph type="pic" sz="quarter" idx="138"/>
          </p:nvPr>
        </p:nvSpPr>
        <p:spPr>
          <a:xfrm>
            <a:off x="7358592" y="921157"/>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9" name="Text Placeholder 22">
            <a:extLst>
              <a:ext uri="{FF2B5EF4-FFF2-40B4-BE49-F238E27FC236}">
                <a16:creationId xmlns:a16="http://schemas.microsoft.com/office/drawing/2014/main" id="{789AC8A2-D5EB-DD00-53F0-B91D7D6A3842}"/>
              </a:ext>
            </a:extLst>
          </p:cNvPr>
          <p:cNvSpPr>
            <a:spLocks noGrp="1"/>
          </p:cNvSpPr>
          <p:nvPr>
            <p:ph type="body" sz="quarter" idx="136" hasCustomPrompt="1"/>
          </p:nvPr>
        </p:nvSpPr>
        <p:spPr>
          <a:xfrm>
            <a:off x="406400" y="910532"/>
            <a:ext cx="5592232" cy="492443"/>
          </a:xfrm>
          <a:prstGeom prst="rect">
            <a:avLst/>
          </a:prstGeom>
        </p:spPr>
        <p:txBody>
          <a:bodyPr wrap="square" lIns="0" tIns="0" rIns="0" bIns="0" anchor="t">
            <a:spAutoFit/>
          </a:bodyPr>
          <a:lstStyle>
            <a:lvl1pPr marL="0" indent="0">
              <a:lnSpc>
                <a:spcPct val="100000"/>
              </a:lnSpc>
              <a:buNone/>
              <a:defRPr sz="3200">
                <a:latin typeface="+mj-lt"/>
              </a:defRPr>
            </a:lvl1pPr>
          </a:lstStyle>
          <a:p>
            <a:pPr lvl="0"/>
            <a:r>
              <a:rPr lang="en-US"/>
              <a:t>Click to edit master title style</a:t>
            </a:r>
          </a:p>
        </p:txBody>
      </p:sp>
      <p:sp>
        <p:nvSpPr>
          <p:cNvPr id="29" name="Text Placeholder 2">
            <a:extLst>
              <a:ext uri="{FF2B5EF4-FFF2-40B4-BE49-F238E27FC236}">
                <a16:creationId xmlns:a16="http://schemas.microsoft.com/office/drawing/2014/main" id="{C4EA569C-9ED4-BE2D-8DB5-C321E601A734}"/>
              </a:ext>
            </a:extLst>
          </p:cNvPr>
          <p:cNvSpPr>
            <a:spLocks noGrp="1"/>
          </p:cNvSpPr>
          <p:nvPr>
            <p:ph type="body" sz="quarter" idx="154" hasCustomPrompt="1"/>
          </p:nvPr>
        </p:nvSpPr>
        <p:spPr>
          <a:xfrm>
            <a:off x="9257242" y="1402082"/>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cxnSp>
        <p:nvCxnSpPr>
          <p:cNvPr id="35" name="Straight Connector 34">
            <a:extLst>
              <a:ext uri="{FF2B5EF4-FFF2-40B4-BE49-F238E27FC236}">
                <a16:creationId xmlns:a16="http://schemas.microsoft.com/office/drawing/2014/main" id="{F8D41F23-6436-9BDA-AD76-92FE3719AD29}"/>
              </a:ext>
            </a:extLst>
          </p:cNvPr>
          <p:cNvCxnSpPr>
            <a:cxnSpLocks/>
          </p:cNvCxnSpPr>
          <p:nvPr userDrawn="1"/>
        </p:nvCxnSpPr>
        <p:spPr>
          <a:xfrm>
            <a:off x="7358592" y="2156726"/>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F32235A-1DA2-0E60-6E53-A63D0B0B98CE}"/>
              </a:ext>
            </a:extLst>
          </p:cNvPr>
          <p:cNvCxnSpPr>
            <a:cxnSpLocks/>
          </p:cNvCxnSpPr>
          <p:nvPr userDrawn="1"/>
        </p:nvCxnSpPr>
        <p:spPr>
          <a:xfrm>
            <a:off x="7358592" y="3484867"/>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9AF2BDF-51CC-0644-FDD3-32362BBF9874}"/>
              </a:ext>
            </a:extLst>
          </p:cNvPr>
          <p:cNvCxnSpPr>
            <a:cxnSpLocks/>
          </p:cNvCxnSpPr>
          <p:nvPr userDrawn="1"/>
        </p:nvCxnSpPr>
        <p:spPr>
          <a:xfrm>
            <a:off x="7358592" y="4813007"/>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71002FC-5356-189D-590D-9B91FBA2FC7D}"/>
              </a:ext>
            </a:extLst>
          </p:cNvPr>
          <p:cNvCxnSpPr>
            <a:cxnSpLocks/>
          </p:cNvCxnSpPr>
          <p:nvPr userDrawn="1"/>
        </p:nvCxnSpPr>
        <p:spPr>
          <a:xfrm>
            <a:off x="7358592" y="6307849"/>
            <a:ext cx="4229370" cy="0"/>
          </a:xfrm>
          <a:prstGeom prst="line">
            <a:avLst/>
          </a:prstGeom>
          <a:ln>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sp>
        <p:nvSpPr>
          <p:cNvPr id="46" name="Text Placeholder 2">
            <a:extLst>
              <a:ext uri="{FF2B5EF4-FFF2-40B4-BE49-F238E27FC236}">
                <a16:creationId xmlns:a16="http://schemas.microsoft.com/office/drawing/2014/main" id="{A7DAC3D0-D75F-8B3C-AE9D-0BEC20C79F62}"/>
              </a:ext>
            </a:extLst>
          </p:cNvPr>
          <p:cNvSpPr>
            <a:spLocks noGrp="1"/>
          </p:cNvSpPr>
          <p:nvPr>
            <p:ph type="body" sz="quarter" idx="158" hasCustomPrompt="1"/>
          </p:nvPr>
        </p:nvSpPr>
        <p:spPr>
          <a:xfrm>
            <a:off x="9257242" y="2733080"/>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47" name="Text Placeholder 2">
            <a:extLst>
              <a:ext uri="{FF2B5EF4-FFF2-40B4-BE49-F238E27FC236}">
                <a16:creationId xmlns:a16="http://schemas.microsoft.com/office/drawing/2014/main" id="{8B6541AD-A6AD-B460-AC41-D571C0B28665}"/>
              </a:ext>
            </a:extLst>
          </p:cNvPr>
          <p:cNvSpPr>
            <a:spLocks noGrp="1"/>
          </p:cNvSpPr>
          <p:nvPr>
            <p:ph type="body" sz="quarter" idx="159" hasCustomPrompt="1"/>
          </p:nvPr>
        </p:nvSpPr>
        <p:spPr>
          <a:xfrm>
            <a:off x="9257242" y="4061220"/>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48" name="Text Placeholder 2">
            <a:extLst>
              <a:ext uri="{FF2B5EF4-FFF2-40B4-BE49-F238E27FC236}">
                <a16:creationId xmlns:a16="http://schemas.microsoft.com/office/drawing/2014/main" id="{66FBA8C1-4477-A17C-BDDF-D5CE742A580C}"/>
              </a:ext>
            </a:extLst>
          </p:cNvPr>
          <p:cNvSpPr>
            <a:spLocks noGrp="1"/>
          </p:cNvSpPr>
          <p:nvPr>
            <p:ph type="body" sz="quarter" idx="160" hasCustomPrompt="1"/>
          </p:nvPr>
        </p:nvSpPr>
        <p:spPr>
          <a:xfrm>
            <a:off x="9257242" y="5472712"/>
            <a:ext cx="2239522" cy="175433"/>
          </a:xfrm>
          <a:prstGeom prst="rect">
            <a:avLst/>
          </a:prstGeom>
        </p:spPr>
        <p:txBody>
          <a:bodyPr wrap="square" lIns="0" tIns="0" rIns="0" bIns="0" anchor="ctr">
            <a:spAutoFit/>
          </a:bodyPr>
          <a:lstStyle>
            <a:lvl1pPr>
              <a:lnSpc>
                <a:spcPts val="1253"/>
              </a:lnSpc>
              <a:defRPr lang="en-US" sz="1067" dirty="0">
                <a:solidFill>
                  <a:schemeClr val="bg1"/>
                </a:solidFill>
              </a:defRPr>
            </a:lvl1pPr>
          </a:lstStyle>
          <a:p>
            <a:pPr marL="0" lvl="0" indent="0">
              <a:lnSpc>
                <a:spcPts val="1520"/>
              </a:lnSpc>
              <a:spcBef>
                <a:spcPts val="933"/>
              </a:spcBef>
              <a:buFontTx/>
              <a:buNone/>
            </a:pPr>
            <a:r>
              <a:rPr lang="en-US"/>
              <a:t>This is a placeholder introduction text</a:t>
            </a:r>
          </a:p>
        </p:txBody>
      </p:sp>
      <p:sp>
        <p:nvSpPr>
          <p:cNvPr id="2" name="Text 0">
            <a:extLst>
              <a:ext uri="{FF2B5EF4-FFF2-40B4-BE49-F238E27FC236}">
                <a16:creationId xmlns:a16="http://schemas.microsoft.com/office/drawing/2014/main" id="{E0C6B4ED-421C-3D88-8176-12C1BC3F0579}"/>
              </a:ext>
            </a:extLst>
          </p:cNvPr>
          <p:cNvSpPr>
            <a:spLocks noGrp="1"/>
          </p:cNvSpPr>
          <p:nvPr>
            <p:ph type="body" idx="106" hasCustomPrompt="1"/>
          </p:nvPr>
        </p:nvSpPr>
        <p:spPr>
          <a:xfrm>
            <a:off x="406401" y="408054"/>
            <a:ext cx="5593292"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Picture Placeholder 8">
            <a:extLst>
              <a:ext uri="{FF2B5EF4-FFF2-40B4-BE49-F238E27FC236}">
                <a16:creationId xmlns:a16="http://schemas.microsoft.com/office/drawing/2014/main" id="{FA0E3A00-FB69-DBAD-AC0F-8CA7172A708B}"/>
              </a:ext>
            </a:extLst>
          </p:cNvPr>
          <p:cNvSpPr>
            <a:spLocks noGrp="1"/>
          </p:cNvSpPr>
          <p:nvPr>
            <p:ph type="pic" sz="quarter" idx="161"/>
          </p:nvPr>
        </p:nvSpPr>
        <p:spPr>
          <a:xfrm>
            <a:off x="7358592" y="2249297"/>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2" name="Picture Placeholder 8">
            <a:extLst>
              <a:ext uri="{FF2B5EF4-FFF2-40B4-BE49-F238E27FC236}">
                <a16:creationId xmlns:a16="http://schemas.microsoft.com/office/drawing/2014/main" id="{5A6628AE-0AD8-3FA4-94CE-C6B5F2F0E6D5}"/>
              </a:ext>
            </a:extLst>
          </p:cNvPr>
          <p:cNvSpPr>
            <a:spLocks noGrp="1"/>
          </p:cNvSpPr>
          <p:nvPr>
            <p:ph type="pic" sz="quarter" idx="162"/>
          </p:nvPr>
        </p:nvSpPr>
        <p:spPr>
          <a:xfrm>
            <a:off x="7358592" y="3577438"/>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3" name="Picture Placeholder 8">
            <a:extLst>
              <a:ext uri="{FF2B5EF4-FFF2-40B4-BE49-F238E27FC236}">
                <a16:creationId xmlns:a16="http://schemas.microsoft.com/office/drawing/2014/main" id="{F5CFF3CB-9159-52A5-AEAD-41F889C41C72}"/>
              </a:ext>
            </a:extLst>
          </p:cNvPr>
          <p:cNvSpPr>
            <a:spLocks noGrp="1"/>
          </p:cNvSpPr>
          <p:nvPr>
            <p:ph type="pic" sz="quarter" idx="163"/>
          </p:nvPr>
        </p:nvSpPr>
        <p:spPr>
          <a:xfrm>
            <a:off x="7358592" y="4905580"/>
            <a:ext cx="1706033" cy="1143001"/>
          </a:xfrm>
          <a:prstGeom prst="roundRect">
            <a:avLst>
              <a:gd name="adj" fmla="val 3758"/>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5" name="Slide Number Placeholder 4">
            <a:extLst>
              <a:ext uri="{FF2B5EF4-FFF2-40B4-BE49-F238E27FC236}">
                <a16:creationId xmlns:a16="http://schemas.microsoft.com/office/drawing/2014/main" id="{93F2CF5D-AE93-D4AE-92F8-89588F3EB34E}"/>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9" name="Symbol zastępczy stopki 1">
            <a:extLst>
              <a:ext uri="{FF2B5EF4-FFF2-40B4-BE49-F238E27FC236}">
                <a16:creationId xmlns:a16="http://schemas.microsoft.com/office/drawing/2014/main" id="{19295CD9-32A5-FD9C-B475-972CE547E82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3923249969"/>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3" pos="2086" userDrawn="1">
          <p15:clr>
            <a:srgbClr val="C35EA4"/>
          </p15:clr>
        </p15:guide>
        <p15:guide id="14" pos="196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More Layouts">
    <p:bg>
      <p:bgPr>
        <a:solidFill>
          <a:schemeClr val="accent2"/>
        </a:solidFill>
        <a:effectLst/>
      </p:bgPr>
    </p:bg>
    <p:spTree>
      <p:nvGrpSpPr>
        <p:cNvPr id="1" name=""/>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CEABDB6F-69DE-6736-AEFC-DB6AFA212DD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2708574E-B307-DD8F-EBFD-0F03215A914C}"/>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5" name="TextBox 4">
            <a:extLst>
              <a:ext uri="{FF2B5EF4-FFF2-40B4-BE49-F238E27FC236}">
                <a16:creationId xmlns:a16="http://schemas.microsoft.com/office/drawing/2014/main" id="{9E0521C0-0858-6FAB-DFAD-8003A94709C7}"/>
              </a:ext>
            </a:extLst>
          </p:cNvPr>
          <p:cNvSpPr txBox="1"/>
          <p:nvPr userDrawn="1"/>
        </p:nvSpPr>
        <p:spPr>
          <a:xfrm>
            <a:off x="406402" y="4690191"/>
            <a:ext cx="9319489" cy="1354217"/>
          </a:xfrm>
          <a:prstGeom prst="rect">
            <a:avLst/>
          </a:prstGeom>
          <a:noFill/>
        </p:spPr>
        <p:txBody>
          <a:bodyPr wrap="square" lIns="0" tIns="0" rIns="0" bIns="0" rtlCol="0" anchor="t" anchorCtr="0">
            <a:noAutofit/>
          </a:bodyPr>
          <a:lstStyle>
            <a:lvl1pPr marR="0" lvl="0" indent="0" defTabSz="609660" fontAlgn="auto">
              <a:lnSpc>
                <a:spcPct val="100000"/>
              </a:lnSpc>
              <a:spcBef>
                <a:spcPts val="0"/>
              </a:spcBef>
              <a:spcAft>
                <a:spcPts val="600"/>
              </a:spcAft>
              <a:buClrTx/>
              <a:buSzTx/>
              <a:buFontTx/>
              <a:buNone/>
              <a:tabLst/>
              <a:defRPr sz="5400" kern="0" spc="-67">
                <a:solidFill>
                  <a:schemeClr val="bg1"/>
                </a:solidFill>
                <a:latin typeface="+mj-lt"/>
                <a:ea typeface="Suisse Int'l Regular" pitchFamily="34" charset="-122"/>
                <a:cs typeface="Suisse Int'l Italic" panose="020B0504000000000000" pitchFamily="34" charset="-78"/>
              </a:defRPr>
            </a:lvl1pPr>
          </a:lstStyle>
          <a:p>
            <a:pPr lvl="0"/>
            <a:r>
              <a:rPr lang="en-US" sz="8800"/>
              <a:t>More Layouts</a:t>
            </a:r>
          </a:p>
        </p:txBody>
      </p:sp>
      <p:sp>
        <p:nvSpPr>
          <p:cNvPr id="3" name="Rectangle 2">
            <a:extLst>
              <a:ext uri="{FF2B5EF4-FFF2-40B4-BE49-F238E27FC236}">
                <a16:creationId xmlns:a16="http://schemas.microsoft.com/office/drawing/2014/main" id="{E9C1ED58-0B9B-58DE-C45E-5717C0CB5362}"/>
              </a:ext>
            </a:extLst>
          </p:cNvPr>
          <p:cNvSpPr/>
          <p:nvPr userDrawn="1"/>
        </p:nvSpPr>
        <p:spPr>
          <a:xfrm>
            <a:off x="0" y="0"/>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
        <p:nvSpPr>
          <p:cNvPr id="4" name="Rectangle 3">
            <a:extLst>
              <a:ext uri="{FF2B5EF4-FFF2-40B4-BE49-F238E27FC236}">
                <a16:creationId xmlns:a16="http://schemas.microsoft.com/office/drawing/2014/main" id="{06B3E501-175F-06C4-8E57-39C415080B6F}"/>
              </a:ext>
            </a:extLst>
          </p:cNvPr>
          <p:cNvSpPr/>
          <p:nvPr userDrawn="1"/>
        </p:nvSpPr>
        <p:spPr>
          <a:xfrm>
            <a:off x="0" y="6453187"/>
            <a:ext cx="12192000" cy="404813"/>
          </a:xfrm>
          <a:prstGeom prst="rect">
            <a:avLst/>
          </a:prstGeom>
          <a:pattFill prst="wdUpDiag">
            <a:fgClr>
              <a:schemeClr val="bg1"/>
            </a:fgClr>
            <a:bgClr>
              <a:srgbClr val="CCA63E"/>
            </a:bgClr>
          </a:patt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nl-NL" sz="1400">
              <a:solidFill>
                <a:schemeClr val="bg1"/>
              </a:solidFill>
            </a:endParaRPr>
          </a:p>
        </p:txBody>
      </p:sp>
    </p:spTree>
    <p:extLst>
      <p:ext uri="{BB962C8B-B14F-4D97-AF65-F5344CB8AC3E}">
        <p14:creationId xmlns:p14="http://schemas.microsoft.com/office/powerpoint/2010/main" val="28345632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Wide / Column / Dark">
    <p:bg>
      <p:bgPr>
        <a:solidFill>
          <a:srgbClr val="14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A5005BA5-2FBB-C556-9601-F24E8824CB40}"/>
              </a:ext>
            </a:extLst>
          </p:cNvPr>
          <p:cNvCxnSpPr>
            <a:cxnSpLocks/>
          </p:cNvCxnSpPr>
          <p:nvPr userDrawn="1"/>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21" name="Text Placeholder 2">
            <a:extLst>
              <a:ext uri="{FF2B5EF4-FFF2-40B4-BE49-F238E27FC236}">
                <a16:creationId xmlns:a16="http://schemas.microsoft.com/office/drawing/2014/main" id="{3F8F8EC5-BAD4-55A4-CB39-9DE950E8D54F}"/>
              </a:ext>
            </a:extLst>
          </p:cNvPr>
          <p:cNvSpPr>
            <a:spLocks noGrp="1" noChangeAspect="1"/>
          </p:cNvSpPr>
          <p:nvPr>
            <p:ph type="body" sz="quarter" idx="110"/>
          </p:nvPr>
        </p:nvSpPr>
        <p:spPr>
          <a:xfrm>
            <a:off x="431803" y="1666866"/>
            <a:ext cx="7488765" cy="184666"/>
          </a:xfrm>
          <a:prstGeom prst="rect">
            <a:avLst/>
          </a:prstGeom>
        </p:spPr>
        <p:txBody>
          <a:bodyPr wrap="square" lIns="0" tIns="0" rIns="0" bIns="0" anchor="t">
            <a:spAutoFit/>
          </a:bodyPr>
          <a:lstStyle>
            <a:lvl1pPr marL="0" marR="0" indent="0" algn="l" defTabSz="609660" rtl="0" eaLnBrk="1" fontAlgn="auto" latinLnBrk="0" hangingPunct="1">
              <a:lnSpc>
                <a:spcPct val="100000"/>
              </a:lnSpc>
              <a:spcBef>
                <a:spcPts val="933"/>
              </a:spcBef>
              <a:spcAft>
                <a:spcPts val="0"/>
              </a:spcAft>
              <a:buClrTx/>
              <a:buSzTx/>
              <a:buFontTx/>
              <a:buNone/>
              <a:tabLst/>
              <a:defRPr sz="1200">
                <a:solidFill>
                  <a:schemeClr val="bg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22" name="Title 9">
            <a:extLst>
              <a:ext uri="{FF2B5EF4-FFF2-40B4-BE49-F238E27FC236}">
                <a16:creationId xmlns:a16="http://schemas.microsoft.com/office/drawing/2014/main" id="{A651D7EE-9E38-F4F7-3AEA-AFD4452E086C}"/>
              </a:ext>
            </a:extLst>
          </p:cNvPr>
          <p:cNvSpPr>
            <a:spLocks noGrp="1"/>
          </p:cNvSpPr>
          <p:nvPr>
            <p:ph type="title" hasCustomPrompt="1"/>
          </p:nvPr>
        </p:nvSpPr>
        <p:spPr>
          <a:xfrm>
            <a:off x="407458" y="910532"/>
            <a:ext cx="7513109"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4" name="Slide Number Placeholder 4">
            <a:extLst>
              <a:ext uri="{FF2B5EF4-FFF2-40B4-BE49-F238E27FC236}">
                <a16:creationId xmlns:a16="http://schemas.microsoft.com/office/drawing/2014/main" id="{6446DF85-6C91-B788-5334-0B356FB9085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6" name="Symbol zastępczy stopki 1">
            <a:extLst>
              <a:ext uri="{FF2B5EF4-FFF2-40B4-BE49-F238E27FC236}">
                <a16:creationId xmlns:a16="http://schemas.microsoft.com/office/drawing/2014/main" id="{DA1DE220-9E45-E2C7-33A5-F21EC28ED7E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7" name="Picture Placeholder 8">
            <a:extLst>
              <a:ext uri="{FF2B5EF4-FFF2-40B4-BE49-F238E27FC236}">
                <a16:creationId xmlns:a16="http://schemas.microsoft.com/office/drawing/2014/main" id="{049D8818-421D-16D1-D6A8-49D2F4AB5DD6}"/>
              </a:ext>
            </a:extLst>
          </p:cNvPr>
          <p:cNvSpPr>
            <a:spLocks noGrp="1"/>
          </p:cNvSpPr>
          <p:nvPr>
            <p:ph type="pic" sz="quarter" idx="163" hasCustomPrompt="1"/>
          </p:nvPr>
        </p:nvSpPr>
        <p:spPr>
          <a:xfrm>
            <a:off x="9072034" y="910535"/>
            <a:ext cx="2713566" cy="5356829"/>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US"/>
              <a:t>Picture</a:t>
            </a:r>
          </a:p>
        </p:txBody>
      </p:sp>
    </p:spTree>
    <p:extLst>
      <p:ext uri="{BB962C8B-B14F-4D97-AF65-F5344CB8AC3E}">
        <p14:creationId xmlns:p14="http://schemas.microsoft.com/office/powerpoint/2010/main" val="3211555982"/>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0"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ouble /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4" name="Straight Connector 3">
            <a:extLst>
              <a:ext uri="{FF2B5EF4-FFF2-40B4-BE49-F238E27FC236}">
                <a16:creationId xmlns:a16="http://schemas.microsoft.com/office/drawing/2014/main" id="{07F01079-9486-1C02-1353-8C1E16BDE6F0}"/>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5" name="Content Placeholder 13">
            <a:extLst>
              <a:ext uri="{FF2B5EF4-FFF2-40B4-BE49-F238E27FC236}">
                <a16:creationId xmlns:a16="http://schemas.microsoft.com/office/drawing/2014/main" id="{CFCCB2DB-476A-FC8D-4AF2-ADC10F4D7790}"/>
              </a:ext>
            </a:extLst>
          </p:cNvPr>
          <p:cNvSpPr>
            <a:spLocks noGrp="1"/>
          </p:cNvSpPr>
          <p:nvPr>
            <p:ph sz="quarter" idx="107"/>
          </p:nvPr>
        </p:nvSpPr>
        <p:spPr>
          <a:xfrm>
            <a:off x="407460" y="901698"/>
            <a:ext cx="5592233" cy="5363582"/>
          </a:xfrm>
          <a:prstGeom prst="rect">
            <a:avLst/>
          </a:prstGeom>
        </p:spPr>
        <p:txBody>
          <a:bodyPr/>
          <a:lstStyle>
            <a:lvl1pPr marL="0" indent="0">
              <a:buNone/>
              <a:defRPr sz="1200"/>
            </a:lvl1pPr>
          </a:lstStyle>
          <a:p>
            <a:pPr lvl="0"/>
            <a:r>
              <a:rPr lang="en-GB"/>
              <a:t>Click to edit Master text styles</a:t>
            </a:r>
          </a:p>
        </p:txBody>
      </p:sp>
      <p:sp>
        <p:nvSpPr>
          <p:cNvPr id="16" name="Content Placeholder 13">
            <a:extLst>
              <a:ext uri="{FF2B5EF4-FFF2-40B4-BE49-F238E27FC236}">
                <a16:creationId xmlns:a16="http://schemas.microsoft.com/office/drawing/2014/main" id="{A773DC76-FBEF-A608-40A8-D511CBAAD5A7}"/>
              </a:ext>
            </a:extLst>
          </p:cNvPr>
          <p:cNvSpPr>
            <a:spLocks noGrp="1"/>
          </p:cNvSpPr>
          <p:nvPr>
            <p:ph sz="quarter" idx="108"/>
          </p:nvPr>
        </p:nvSpPr>
        <p:spPr>
          <a:xfrm>
            <a:off x="6192310" y="901698"/>
            <a:ext cx="5591149" cy="5363582"/>
          </a:xfrm>
          <a:prstGeom prst="rect">
            <a:avLst/>
          </a:prstGeom>
        </p:spPr>
        <p:txBody>
          <a:bodyPr/>
          <a:lstStyle>
            <a:lvl1pPr marL="0" indent="0">
              <a:buNone/>
              <a:defRPr sz="1200"/>
            </a:lvl1pPr>
          </a:lstStyle>
          <a:p>
            <a:pPr lvl="0"/>
            <a:r>
              <a:rPr lang="en-GB"/>
              <a:t>Click to edit Master text styles</a:t>
            </a:r>
          </a:p>
        </p:txBody>
      </p:sp>
      <p:sp>
        <p:nvSpPr>
          <p:cNvPr id="6" name="Slide Number Placeholder 4">
            <a:extLst>
              <a:ext uri="{FF2B5EF4-FFF2-40B4-BE49-F238E27FC236}">
                <a16:creationId xmlns:a16="http://schemas.microsoft.com/office/drawing/2014/main" id="{3795A50E-CE90-1ACA-71D6-B00F03CE97A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8" name="Symbol zastępczy stopki 1">
            <a:extLst>
              <a:ext uri="{FF2B5EF4-FFF2-40B4-BE49-F238E27FC236}">
                <a16:creationId xmlns:a16="http://schemas.microsoft.com/office/drawing/2014/main" id="{0BA67D9C-600F-7CA4-3398-BDD8846F145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1670644579"/>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6" userDrawn="1">
          <p15:clr>
            <a:srgbClr val="A4A3A4"/>
          </p15:clr>
        </p15:guide>
        <p15:guide id="26" orient="horz" pos="4065" userDrawn="1">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ouble / Column / Dark">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02976"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1" name="Text 0">
            <a:extLst>
              <a:ext uri="{FF2B5EF4-FFF2-40B4-BE49-F238E27FC236}">
                <a16:creationId xmlns:a16="http://schemas.microsoft.com/office/drawing/2014/main" id="{C2F38E1C-3406-9AE3-5432-78F0BDF7611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5" name="Straight Connector 4">
            <a:extLst>
              <a:ext uri="{FF2B5EF4-FFF2-40B4-BE49-F238E27FC236}">
                <a16:creationId xmlns:a16="http://schemas.microsoft.com/office/drawing/2014/main" id="{3B4245F1-BA18-7D2B-94BB-C588A6D0FB17}"/>
              </a:ext>
            </a:extLst>
          </p:cNvPr>
          <p:cNvCxnSpPr>
            <a:cxnSpLocks/>
          </p:cNvCxnSpPr>
          <p:nvPr userDrawn="1"/>
        </p:nvCxnSpPr>
        <p:spPr>
          <a:xfrm>
            <a:off x="406400" y="698500"/>
            <a:ext cx="11385549"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93E7C5E6-36B8-6B7C-8881-8D72DE1F4B8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8" name="Symbol zastępczy stopki 1">
            <a:extLst>
              <a:ext uri="{FF2B5EF4-FFF2-40B4-BE49-F238E27FC236}">
                <a16:creationId xmlns:a16="http://schemas.microsoft.com/office/drawing/2014/main" id="{8DEFDD44-02E1-932C-5A44-BA166A6E0985}"/>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3" name="Content Placeholder 13">
            <a:extLst>
              <a:ext uri="{FF2B5EF4-FFF2-40B4-BE49-F238E27FC236}">
                <a16:creationId xmlns:a16="http://schemas.microsoft.com/office/drawing/2014/main" id="{F3FCCF91-7763-CA5A-58CE-5CADF2CAFD09}"/>
              </a:ext>
            </a:extLst>
          </p:cNvPr>
          <p:cNvSpPr>
            <a:spLocks noGrp="1"/>
          </p:cNvSpPr>
          <p:nvPr>
            <p:ph sz="quarter" idx="107"/>
          </p:nvPr>
        </p:nvSpPr>
        <p:spPr>
          <a:xfrm>
            <a:off x="407460" y="901698"/>
            <a:ext cx="5592233" cy="5363582"/>
          </a:xfrm>
          <a:prstGeom prst="rect">
            <a:avLst/>
          </a:prstGeo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sp>
        <p:nvSpPr>
          <p:cNvPr id="14" name="Content Placeholder 13">
            <a:extLst>
              <a:ext uri="{FF2B5EF4-FFF2-40B4-BE49-F238E27FC236}">
                <a16:creationId xmlns:a16="http://schemas.microsoft.com/office/drawing/2014/main" id="{02F9C0DF-1F5A-3C2C-EA83-19BCF50EC2D6}"/>
              </a:ext>
            </a:extLst>
          </p:cNvPr>
          <p:cNvSpPr>
            <a:spLocks noGrp="1"/>
          </p:cNvSpPr>
          <p:nvPr>
            <p:ph sz="quarter" idx="108"/>
          </p:nvPr>
        </p:nvSpPr>
        <p:spPr>
          <a:xfrm>
            <a:off x="6192310" y="901698"/>
            <a:ext cx="5591149" cy="5363582"/>
          </a:xfrm>
          <a:prstGeom prst="rect">
            <a:avLst/>
          </a:prstGeom>
        </p:spPr>
        <p:txBody>
          <a:bodyPr/>
          <a:lstStyle>
            <a:lvl1pPr marL="0" indent="0">
              <a:buNone/>
              <a:defRPr sz="12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pic>
        <p:nvPicPr>
          <p:cNvPr id="4" name="Xebia" descr="preencoded.png">
            <a:extLst>
              <a:ext uri="{FF2B5EF4-FFF2-40B4-BE49-F238E27FC236}">
                <a16:creationId xmlns:a16="http://schemas.microsoft.com/office/drawing/2014/main" id="{7BB3A0E8-1118-48C2-6FA9-CC562A5F6EB2}"/>
              </a:ext>
            </a:extLst>
          </p:cNvPr>
          <p:cNvPicPr>
            <a:picLocks noChangeAspect="1"/>
          </p:cNvPicPr>
          <p:nvPr userDrawn="1"/>
        </p:nvPicPr>
        <p:blipFill>
          <a:blip r:embed="rId5">
            <a:extLst>
              <a:ext uri="{96DAC541-7B7A-43D3-8B79-37D633B846F1}">
                <asvg:svgBlip xmlns:asvg="http://schemas.microsoft.com/office/drawing/2016/SVG/main" r:embed="rId6"/>
              </a:ext>
            </a:extLst>
          </a:blip>
          <a:srcRect/>
          <a:stretch/>
        </p:blipFill>
        <p:spPr>
          <a:xfrm>
            <a:off x="11118850" y="292103"/>
            <a:ext cx="673101" cy="215900"/>
          </a:xfrm>
          <a:prstGeom prst="rect">
            <a:avLst/>
          </a:prstGeom>
        </p:spPr>
      </p:pic>
    </p:spTree>
    <p:extLst>
      <p:ext uri="{BB962C8B-B14F-4D97-AF65-F5344CB8AC3E}">
        <p14:creationId xmlns:p14="http://schemas.microsoft.com/office/powerpoint/2010/main" val="3526116808"/>
      </p:ext>
    </p:extLst>
  </p:cSld>
  <p:clrMapOvr>
    <a:masterClrMapping/>
  </p:clrMapOvr>
  <p:extLst>
    <p:ext uri="{DCECCB84-F9BA-43D5-87BE-67443E8EF086}">
      <p15:sldGuideLst xmlns:p15="http://schemas.microsoft.com/office/powerpoint/2012/main">
        <p15:guide id="1" orient="horz" pos="255" userDrawn="1">
          <p15:clr>
            <a:srgbClr val="A4A3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6" userDrawn="1">
          <p15:clr>
            <a:srgbClr val="A4A3A4"/>
          </p15:clr>
        </p15:guide>
        <p15:guide id="26" orient="horz" pos="4065" userDrawn="1">
          <p15:clr>
            <a:srgbClr val="A4A3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Moodboard">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itle 9">
            <a:extLst>
              <a:ext uri="{FF2B5EF4-FFF2-40B4-BE49-F238E27FC236}">
                <a16:creationId xmlns:a16="http://schemas.microsoft.com/office/drawing/2014/main" id="{7F7DEC98-AAF1-A951-3D8E-2591E779B6ED}"/>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4022535744"/>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5" pos="257" userDrawn="1">
          <p15:clr>
            <a:srgbClr val="A4A3A4"/>
          </p15:clr>
        </p15:guide>
        <p15:guide id="26" orient="horz" pos="4065" userDrawn="1">
          <p15:clr>
            <a:srgbClr val="A4A3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oodboard">
    <p:bg>
      <p:bgPr>
        <a:solidFill>
          <a:srgbClr val="130025"/>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cxnSp>
        <p:nvCxnSpPr>
          <p:cNvPr id="11" name="Straight Connector 10">
            <a:extLst>
              <a:ext uri="{FF2B5EF4-FFF2-40B4-BE49-F238E27FC236}">
                <a16:creationId xmlns:a16="http://schemas.microsoft.com/office/drawing/2014/main" id="{95C33079-6F95-AC75-B6F3-FAC3BBA95E68}"/>
              </a:ext>
            </a:extLst>
          </p:cNvPr>
          <p:cNvCxnSpPr/>
          <p:nvPr userDrawn="1"/>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9" name="Title 9">
            <a:extLst>
              <a:ext uri="{FF2B5EF4-FFF2-40B4-BE49-F238E27FC236}">
                <a16:creationId xmlns:a16="http://schemas.microsoft.com/office/drawing/2014/main" id="{BA154CB1-D15A-54AF-8EC8-93ED5737F3E8}"/>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solidFill>
                  <a:schemeClr val="bg1"/>
                </a:solidFill>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692031977"/>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5" pos="257" userDrawn="1">
          <p15:clr>
            <a:srgbClr val="A4A3A4"/>
          </p15:clr>
        </p15:guide>
        <p15:guide id="26" orient="horz" pos="4065" userDrawn="1">
          <p15:clr>
            <a:srgbClr val="A4A3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Moodboard">
    <p:bg>
      <p:bgPr>
        <a:solidFill>
          <a:srgbClr val="E3E3E7"/>
        </a:solidFill>
        <a:effectLst/>
      </p:bgPr>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9" name="Straight Connector 8">
            <a:extLst>
              <a:ext uri="{FF2B5EF4-FFF2-40B4-BE49-F238E27FC236}">
                <a16:creationId xmlns:a16="http://schemas.microsoft.com/office/drawing/2014/main" id="{1205F564-4E22-BBF2-3E5F-D6ABED772D69}"/>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Picture Placeholder 8">
            <a:extLst>
              <a:ext uri="{FF2B5EF4-FFF2-40B4-BE49-F238E27FC236}">
                <a16:creationId xmlns:a16="http://schemas.microsoft.com/office/drawing/2014/main" id="{BABB5B44-17C8-F379-CE17-D265307B23A2}"/>
              </a:ext>
            </a:extLst>
          </p:cNvPr>
          <p:cNvSpPr>
            <a:spLocks noGrp="1"/>
          </p:cNvSpPr>
          <p:nvPr>
            <p:ph type="pic" sz="quarter" idx="163"/>
          </p:nvPr>
        </p:nvSpPr>
        <p:spPr>
          <a:xfrm>
            <a:off x="5231344" y="1553496"/>
            <a:ext cx="2689225" cy="4755185"/>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4" name="Picture Placeholder 8">
            <a:extLst>
              <a:ext uri="{FF2B5EF4-FFF2-40B4-BE49-F238E27FC236}">
                <a16:creationId xmlns:a16="http://schemas.microsoft.com/office/drawing/2014/main" id="{F9944E99-B96E-EDAE-BE00-FB57067CCDBE}"/>
              </a:ext>
            </a:extLst>
          </p:cNvPr>
          <p:cNvSpPr>
            <a:spLocks noGrp="1"/>
          </p:cNvSpPr>
          <p:nvPr>
            <p:ph type="pic" sz="quarter" idx="164"/>
          </p:nvPr>
        </p:nvSpPr>
        <p:spPr>
          <a:xfrm>
            <a:off x="8111068" y="1553498"/>
            <a:ext cx="3668804"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6" name="Picture Placeholder 8">
            <a:extLst>
              <a:ext uri="{FF2B5EF4-FFF2-40B4-BE49-F238E27FC236}">
                <a16:creationId xmlns:a16="http://schemas.microsoft.com/office/drawing/2014/main" id="{43EBEA5B-57BF-DC8E-9A94-E4FE3D631706}"/>
              </a:ext>
            </a:extLst>
          </p:cNvPr>
          <p:cNvSpPr>
            <a:spLocks noGrp="1"/>
          </p:cNvSpPr>
          <p:nvPr>
            <p:ph type="pic" sz="quarter" idx="165"/>
          </p:nvPr>
        </p:nvSpPr>
        <p:spPr>
          <a:xfrm>
            <a:off x="8111069" y="3784849"/>
            <a:ext cx="366880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6" name="Picture Placeholder 8">
            <a:extLst>
              <a:ext uri="{FF2B5EF4-FFF2-40B4-BE49-F238E27FC236}">
                <a16:creationId xmlns:a16="http://schemas.microsoft.com/office/drawing/2014/main" id="{6081832B-2D62-894A-0D7B-10ECD32DC045}"/>
              </a:ext>
            </a:extLst>
          </p:cNvPr>
          <p:cNvSpPr>
            <a:spLocks noGrp="1"/>
          </p:cNvSpPr>
          <p:nvPr>
            <p:ph type="pic" sz="quarter" idx="166"/>
          </p:nvPr>
        </p:nvSpPr>
        <p:spPr>
          <a:xfrm>
            <a:off x="2351618" y="1553498"/>
            <a:ext cx="2688167"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7" name="Picture Placeholder 8">
            <a:extLst>
              <a:ext uri="{FF2B5EF4-FFF2-40B4-BE49-F238E27FC236}">
                <a16:creationId xmlns:a16="http://schemas.microsoft.com/office/drawing/2014/main" id="{B018DCD4-5C8B-4FB0-FC30-F44E86EDFACD}"/>
              </a:ext>
            </a:extLst>
          </p:cNvPr>
          <p:cNvSpPr>
            <a:spLocks noGrp="1"/>
          </p:cNvSpPr>
          <p:nvPr>
            <p:ph type="pic" sz="quarter" idx="167"/>
          </p:nvPr>
        </p:nvSpPr>
        <p:spPr>
          <a:xfrm>
            <a:off x="412130" y="3784849"/>
            <a:ext cx="4627655" cy="252383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8" name="Picture Placeholder 8">
            <a:extLst>
              <a:ext uri="{FF2B5EF4-FFF2-40B4-BE49-F238E27FC236}">
                <a16:creationId xmlns:a16="http://schemas.microsoft.com/office/drawing/2014/main" id="{61BCE4B8-088D-BFD4-F93D-0DD121AAA970}"/>
              </a:ext>
            </a:extLst>
          </p:cNvPr>
          <p:cNvSpPr>
            <a:spLocks noGrp="1"/>
          </p:cNvSpPr>
          <p:nvPr>
            <p:ph type="pic" sz="quarter" idx="168"/>
          </p:nvPr>
        </p:nvSpPr>
        <p:spPr>
          <a:xfrm>
            <a:off x="412129" y="1553498"/>
            <a:ext cx="1747931" cy="2045807"/>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4" name="Slide Number Placeholder 4">
            <a:extLst>
              <a:ext uri="{FF2B5EF4-FFF2-40B4-BE49-F238E27FC236}">
                <a16:creationId xmlns:a16="http://schemas.microsoft.com/office/drawing/2014/main" id="{9BA9528C-8526-C5CC-72AA-322B25A289F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3" name="Symbol zastępczy stopki 1">
            <a:extLst>
              <a:ext uri="{FF2B5EF4-FFF2-40B4-BE49-F238E27FC236}">
                <a16:creationId xmlns:a16="http://schemas.microsoft.com/office/drawing/2014/main" id="{EFA1A340-04EC-99F6-508C-C00BDA19C84D}"/>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8" name="Text 0">
            <a:extLst>
              <a:ext uri="{FF2B5EF4-FFF2-40B4-BE49-F238E27FC236}">
                <a16:creationId xmlns:a16="http://schemas.microsoft.com/office/drawing/2014/main" id="{BFA7F85D-4233-F494-7130-9D6B5C3DB911}"/>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1" name="Title 9">
            <a:extLst>
              <a:ext uri="{FF2B5EF4-FFF2-40B4-BE49-F238E27FC236}">
                <a16:creationId xmlns:a16="http://schemas.microsoft.com/office/drawing/2014/main" id="{F05CCA84-0A60-A1F3-7EAD-F0D236922F2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895697836"/>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8" pos="1361" userDrawn="1">
          <p15:clr>
            <a:srgbClr val="C35EA4"/>
          </p15:clr>
        </p15:guide>
        <p15:guide id="19" pos="6319"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5" pos="257" userDrawn="1">
          <p15:clr>
            <a:srgbClr val="A4A3A4"/>
          </p15:clr>
        </p15:guide>
        <p15:guide id="26" orient="horz" pos="4065" userDrawn="1">
          <p15:clr>
            <a:srgbClr val="A4A3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rd / 3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2" name="Text Placeholder 2">
            <a:extLst>
              <a:ext uri="{FF2B5EF4-FFF2-40B4-BE49-F238E27FC236}">
                <a16:creationId xmlns:a16="http://schemas.microsoft.com/office/drawing/2014/main" id="{9B33D7DC-83DF-D47B-8807-2637F1FEB2E0}"/>
              </a:ext>
            </a:extLst>
          </p:cNvPr>
          <p:cNvSpPr>
            <a:spLocks noGrp="1"/>
          </p:cNvSpPr>
          <p:nvPr>
            <p:ph type="body" sz="quarter" idx="141"/>
          </p:nvPr>
        </p:nvSpPr>
        <p:spPr>
          <a:xfrm>
            <a:off x="406402" y="4790652"/>
            <a:ext cx="3673473"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21" name="Text Placeholder 2">
            <a:extLst>
              <a:ext uri="{FF2B5EF4-FFF2-40B4-BE49-F238E27FC236}">
                <a16:creationId xmlns:a16="http://schemas.microsoft.com/office/drawing/2014/main" id="{D558A9A9-81B0-22B1-4701-0722A2FCF145}"/>
              </a:ext>
            </a:extLst>
          </p:cNvPr>
          <p:cNvSpPr>
            <a:spLocks noGrp="1"/>
          </p:cNvSpPr>
          <p:nvPr>
            <p:ph type="body" sz="quarter" idx="147"/>
          </p:nvPr>
        </p:nvSpPr>
        <p:spPr>
          <a:xfrm>
            <a:off x="4271434" y="4790652"/>
            <a:ext cx="3649133"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25" name="Text Placeholder 2">
            <a:extLst>
              <a:ext uri="{FF2B5EF4-FFF2-40B4-BE49-F238E27FC236}">
                <a16:creationId xmlns:a16="http://schemas.microsoft.com/office/drawing/2014/main" id="{527B427F-381B-4CFF-0A75-AC981B518181}"/>
              </a:ext>
            </a:extLst>
          </p:cNvPr>
          <p:cNvSpPr>
            <a:spLocks noGrp="1"/>
          </p:cNvSpPr>
          <p:nvPr>
            <p:ph type="body" sz="quarter" idx="151"/>
          </p:nvPr>
        </p:nvSpPr>
        <p:spPr>
          <a:xfrm>
            <a:off x="8128002" y="4790652"/>
            <a:ext cx="3656541"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10" name="Picture Placeholder 8">
            <a:extLst>
              <a:ext uri="{FF2B5EF4-FFF2-40B4-BE49-F238E27FC236}">
                <a16:creationId xmlns:a16="http://schemas.microsoft.com/office/drawing/2014/main" id="{7B54AEEE-5A19-B4E0-C9DB-03C133C37664}"/>
              </a:ext>
            </a:extLst>
          </p:cNvPr>
          <p:cNvSpPr>
            <a:spLocks noGrp="1"/>
          </p:cNvSpPr>
          <p:nvPr>
            <p:ph type="pic" sz="quarter" idx="164"/>
          </p:nvPr>
        </p:nvSpPr>
        <p:spPr>
          <a:xfrm>
            <a:off x="406401" y="1871651"/>
            <a:ext cx="3673475"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3" name="Picture Placeholder 8">
            <a:extLst>
              <a:ext uri="{FF2B5EF4-FFF2-40B4-BE49-F238E27FC236}">
                <a16:creationId xmlns:a16="http://schemas.microsoft.com/office/drawing/2014/main" id="{22B6F796-5A7B-6318-918D-EA680E7085D6}"/>
              </a:ext>
            </a:extLst>
          </p:cNvPr>
          <p:cNvSpPr>
            <a:spLocks noGrp="1"/>
          </p:cNvSpPr>
          <p:nvPr>
            <p:ph type="pic" sz="quarter" idx="166"/>
          </p:nvPr>
        </p:nvSpPr>
        <p:spPr>
          <a:xfrm>
            <a:off x="4271434" y="1871651"/>
            <a:ext cx="3649133"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8" name="Picture Placeholder 8">
            <a:extLst>
              <a:ext uri="{FF2B5EF4-FFF2-40B4-BE49-F238E27FC236}">
                <a16:creationId xmlns:a16="http://schemas.microsoft.com/office/drawing/2014/main" id="{5251DF77-DDB5-D0B2-2309-315B2D1B07A4}"/>
              </a:ext>
            </a:extLst>
          </p:cNvPr>
          <p:cNvSpPr>
            <a:spLocks noGrp="1"/>
          </p:cNvSpPr>
          <p:nvPr>
            <p:ph type="pic" sz="quarter" idx="167"/>
          </p:nvPr>
        </p:nvSpPr>
        <p:spPr>
          <a:xfrm>
            <a:off x="8112127" y="1871651"/>
            <a:ext cx="3680883"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cxnSp>
        <p:nvCxnSpPr>
          <p:cNvPr id="19" name="Straight Connector 18">
            <a:extLst>
              <a:ext uri="{FF2B5EF4-FFF2-40B4-BE49-F238E27FC236}">
                <a16:creationId xmlns:a16="http://schemas.microsoft.com/office/drawing/2014/main" id="{191C106C-83E4-8E01-E4CE-576AF78E051A}"/>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737CCAC0-AEB9-6C09-3E76-66BBC47CA012}"/>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1" name="Symbol zastępczy stopki 1">
            <a:extLst>
              <a:ext uri="{FF2B5EF4-FFF2-40B4-BE49-F238E27FC236}">
                <a16:creationId xmlns:a16="http://schemas.microsoft.com/office/drawing/2014/main" id="{97C7E99E-C4D0-42B4-AC5C-4E3B0EBA5095}"/>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4" name="Text 0">
            <a:extLst>
              <a:ext uri="{FF2B5EF4-FFF2-40B4-BE49-F238E27FC236}">
                <a16:creationId xmlns:a16="http://schemas.microsoft.com/office/drawing/2014/main" id="{49078B91-61BC-0F6D-956E-8B33DB749669}"/>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itle 9">
            <a:extLst>
              <a:ext uri="{FF2B5EF4-FFF2-40B4-BE49-F238E27FC236}">
                <a16:creationId xmlns:a16="http://schemas.microsoft.com/office/drawing/2014/main" id="{3FC8E598-03CA-2B44-E5B4-5F2FF7572094}"/>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3460568303"/>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4" pos="3779"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rd / 4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2" name="Text Placeholder 2">
            <a:extLst>
              <a:ext uri="{FF2B5EF4-FFF2-40B4-BE49-F238E27FC236}">
                <a16:creationId xmlns:a16="http://schemas.microsoft.com/office/drawing/2014/main" id="{9B33D7DC-83DF-D47B-8807-2637F1FEB2E0}"/>
              </a:ext>
            </a:extLst>
          </p:cNvPr>
          <p:cNvSpPr>
            <a:spLocks noGrp="1"/>
          </p:cNvSpPr>
          <p:nvPr>
            <p:ph type="body" sz="quarter" idx="141" hasCustomPrompt="1"/>
          </p:nvPr>
        </p:nvSpPr>
        <p:spPr>
          <a:xfrm>
            <a:off x="406402" y="4550018"/>
            <a:ext cx="2713565" cy="1065934"/>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D558A9A9-81B0-22B1-4701-0722A2FCF145}"/>
              </a:ext>
            </a:extLst>
          </p:cNvPr>
          <p:cNvSpPr>
            <a:spLocks noGrp="1"/>
          </p:cNvSpPr>
          <p:nvPr>
            <p:ph type="body" sz="quarter" idx="147" hasCustomPrompt="1"/>
          </p:nvPr>
        </p:nvSpPr>
        <p:spPr>
          <a:xfrm>
            <a:off x="3327402" y="4550020"/>
            <a:ext cx="2672291" cy="1077219"/>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2">
            <a:extLst>
              <a:ext uri="{FF2B5EF4-FFF2-40B4-BE49-F238E27FC236}">
                <a16:creationId xmlns:a16="http://schemas.microsoft.com/office/drawing/2014/main" id="{C8CBBA99-920D-2DF1-F37F-DA3D25C4218C}"/>
              </a:ext>
            </a:extLst>
          </p:cNvPr>
          <p:cNvSpPr>
            <a:spLocks noGrp="1"/>
          </p:cNvSpPr>
          <p:nvPr>
            <p:ph type="body" sz="quarter" idx="149" hasCustomPrompt="1"/>
          </p:nvPr>
        </p:nvSpPr>
        <p:spPr>
          <a:xfrm>
            <a:off x="6210302" y="4550018"/>
            <a:ext cx="2672291" cy="1065934"/>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2">
            <a:extLst>
              <a:ext uri="{FF2B5EF4-FFF2-40B4-BE49-F238E27FC236}">
                <a16:creationId xmlns:a16="http://schemas.microsoft.com/office/drawing/2014/main" id="{527B427F-381B-4CFF-0A75-AC981B518181}"/>
              </a:ext>
            </a:extLst>
          </p:cNvPr>
          <p:cNvSpPr>
            <a:spLocks noGrp="1"/>
          </p:cNvSpPr>
          <p:nvPr>
            <p:ph type="body" sz="quarter" idx="151" hasCustomPrompt="1"/>
          </p:nvPr>
        </p:nvSpPr>
        <p:spPr>
          <a:xfrm>
            <a:off x="9080501" y="4550020"/>
            <a:ext cx="2711449" cy="1077219"/>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lnSpc>
                <a:spcPct val="100000"/>
              </a:lnSpc>
              <a:buFontTx/>
              <a:buNone/>
              <a:defRPr sz="1200">
                <a:solidFill>
                  <a:schemeClr val="tx1"/>
                </a:solidFill>
              </a:defRPr>
            </a:lvl2pPr>
            <a:lvl3pPr marL="609660" indent="0">
              <a:lnSpc>
                <a:spcPct val="100000"/>
              </a:lnSpc>
              <a:buFontTx/>
              <a:buNone/>
              <a:defRPr sz="1200">
                <a:solidFill>
                  <a:schemeClr val="tx1"/>
                </a:solidFill>
              </a:defRPr>
            </a:lvl3pPr>
            <a:lvl4pPr marL="914492" indent="0">
              <a:lnSpc>
                <a:spcPct val="100000"/>
              </a:lnSpc>
              <a:buFontTx/>
              <a:buNone/>
              <a:defRPr sz="1200">
                <a:solidFill>
                  <a:schemeClr val="tx1"/>
                </a:solidFill>
              </a:defRPr>
            </a:lvl4pPr>
            <a:lvl5pPr marL="1219322" indent="0">
              <a:lnSpc>
                <a:spcPct val="100000"/>
              </a:lnSpc>
              <a:buFontTx/>
              <a:buNone/>
              <a:defRPr sz="1200">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7B54AEEE-5A19-B4E0-C9DB-03C133C37664}"/>
              </a:ext>
            </a:extLst>
          </p:cNvPr>
          <p:cNvSpPr>
            <a:spLocks noGrp="1"/>
          </p:cNvSpPr>
          <p:nvPr>
            <p:ph type="pic" sz="quarter" idx="164"/>
          </p:nvPr>
        </p:nvSpPr>
        <p:spPr>
          <a:xfrm>
            <a:off x="406400" y="1631017"/>
            <a:ext cx="2712508"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1" name="Picture Placeholder 8">
            <a:extLst>
              <a:ext uri="{FF2B5EF4-FFF2-40B4-BE49-F238E27FC236}">
                <a16:creationId xmlns:a16="http://schemas.microsoft.com/office/drawing/2014/main" id="{ED4E187C-5B52-F8FA-9335-79093E4E7234}"/>
              </a:ext>
            </a:extLst>
          </p:cNvPr>
          <p:cNvSpPr>
            <a:spLocks noGrp="1"/>
          </p:cNvSpPr>
          <p:nvPr>
            <p:ph type="pic" sz="quarter" idx="165"/>
          </p:nvPr>
        </p:nvSpPr>
        <p:spPr>
          <a:xfrm>
            <a:off x="3311526" y="1631017"/>
            <a:ext cx="2688167"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3" name="Picture Placeholder 8">
            <a:extLst>
              <a:ext uri="{FF2B5EF4-FFF2-40B4-BE49-F238E27FC236}">
                <a16:creationId xmlns:a16="http://schemas.microsoft.com/office/drawing/2014/main" id="{22B6F796-5A7B-6318-918D-EA680E7085D6}"/>
              </a:ext>
            </a:extLst>
          </p:cNvPr>
          <p:cNvSpPr>
            <a:spLocks noGrp="1"/>
          </p:cNvSpPr>
          <p:nvPr>
            <p:ph type="pic" sz="quarter" idx="166"/>
          </p:nvPr>
        </p:nvSpPr>
        <p:spPr>
          <a:xfrm>
            <a:off x="6210302" y="1631017"/>
            <a:ext cx="2672291"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sp>
        <p:nvSpPr>
          <p:cNvPr id="18" name="Picture Placeholder 8">
            <a:extLst>
              <a:ext uri="{FF2B5EF4-FFF2-40B4-BE49-F238E27FC236}">
                <a16:creationId xmlns:a16="http://schemas.microsoft.com/office/drawing/2014/main" id="{5251DF77-DDB5-D0B2-2309-315B2D1B07A4}"/>
              </a:ext>
            </a:extLst>
          </p:cNvPr>
          <p:cNvSpPr>
            <a:spLocks noGrp="1"/>
          </p:cNvSpPr>
          <p:nvPr>
            <p:ph type="pic" sz="quarter" idx="167"/>
          </p:nvPr>
        </p:nvSpPr>
        <p:spPr>
          <a:xfrm>
            <a:off x="9080501" y="1631017"/>
            <a:ext cx="2712508" cy="2712509"/>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defRPr lang="en-US" sz="800"/>
            </a:lvl1pPr>
          </a:lstStyle>
          <a:p>
            <a:pPr marL="0" lvl="0" indent="0">
              <a:buNone/>
            </a:pPr>
            <a:r>
              <a:rPr lang="en-GB"/>
              <a:t>Click icon to add picture</a:t>
            </a:r>
            <a:endParaRPr lang="en-US"/>
          </a:p>
        </p:txBody>
      </p:sp>
      <p:cxnSp>
        <p:nvCxnSpPr>
          <p:cNvPr id="19" name="Straight Connector 18">
            <a:extLst>
              <a:ext uri="{FF2B5EF4-FFF2-40B4-BE49-F238E27FC236}">
                <a16:creationId xmlns:a16="http://schemas.microsoft.com/office/drawing/2014/main" id="{191C106C-83E4-8E01-E4CE-576AF78E051A}"/>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Slide Number Placeholder 4">
            <a:extLst>
              <a:ext uri="{FF2B5EF4-FFF2-40B4-BE49-F238E27FC236}">
                <a16:creationId xmlns:a16="http://schemas.microsoft.com/office/drawing/2014/main" id="{CBAF9F65-44AD-34A2-9315-9115F4C856C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4" name="Symbol zastępczy stopki 1">
            <a:extLst>
              <a:ext uri="{FF2B5EF4-FFF2-40B4-BE49-F238E27FC236}">
                <a16:creationId xmlns:a16="http://schemas.microsoft.com/office/drawing/2014/main" id="{2F0547A1-3B70-B7FA-20A4-5CC65C6BA782}"/>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5" name="Text 0">
            <a:extLst>
              <a:ext uri="{FF2B5EF4-FFF2-40B4-BE49-F238E27FC236}">
                <a16:creationId xmlns:a16="http://schemas.microsoft.com/office/drawing/2014/main" id="{E3B20858-6020-0476-3412-24FC75DC91F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itle 9">
            <a:extLst>
              <a:ext uri="{FF2B5EF4-FFF2-40B4-BE49-F238E27FC236}">
                <a16:creationId xmlns:a16="http://schemas.microsoft.com/office/drawing/2014/main" id="{1D98A1A0-4DED-CE48-915E-455402B0D9AA}"/>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244307162"/>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rd / 6 Column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31" name="Text Placeholder 2">
            <a:extLst>
              <a:ext uri="{FF2B5EF4-FFF2-40B4-BE49-F238E27FC236}">
                <a16:creationId xmlns:a16="http://schemas.microsoft.com/office/drawing/2014/main" id="{ABED1AAA-49FA-0912-4A23-FE7B6F3D5054}"/>
              </a:ext>
            </a:extLst>
          </p:cNvPr>
          <p:cNvSpPr>
            <a:spLocks noGrp="1"/>
          </p:cNvSpPr>
          <p:nvPr>
            <p:ph type="body" sz="quarter" idx="141"/>
          </p:nvPr>
        </p:nvSpPr>
        <p:spPr>
          <a:xfrm>
            <a:off x="406403" y="3585754"/>
            <a:ext cx="1753657"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38" name="Text Placeholder 2">
            <a:extLst>
              <a:ext uri="{FF2B5EF4-FFF2-40B4-BE49-F238E27FC236}">
                <a16:creationId xmlns:a16="http://schemas.microsoft.com/office/drawing/2014/main" id="{6C9B4A54-DCE7-7DA8-2185-680B4F38168C}"/>
              </a:ext>
            </a:extLst>
          </p:cNvPr>
          <p:cNvSpPr>
            <a:spLocks noGrp="1"/>
          </p:cNvSpPr>
          <p:nvPr>
            <p:ph type="body" sz="quarter" idx="148"/>
          </p:nvPr>
        </p:nvSpPr>
        <p:spPr>
          <a:xfrm>
            <a:off x="2351618" y="3585754"/>
            <a:ext cx="1735111"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39" name="Text Placeholder 2">
            <a:extLst>
              <a:ext uri="{FF2B5EF4-FFF2-40B4-BE49-F238E27FC236}">
                <a16:creationId xmlns:a16="http://schemas.microsoft.com/office/drawing/2014/main" id="{0F5D5D33-654C-8514-0015-93235C26A696}"/>
              </a:ext>
            </a:extLst>
          </p:cNvPr>
          <p:cNvSpPr>
            <a:spLocks noGrp="1"/>
          </p:cNvSpPr>
          <p:nvPr>
            <p:ph type="body" sz="quarter" idx="149"/>
          </p:nvPr>
        </p:nvSpPr>
        <p:spPr>
          <a:xfrm>
            <a:off x="4278285" y="3585754"/>
            <a:ext cx="1723636"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40" name="Text Placeholder 2">
            <a:extLst>
              <a:ext uri="{FF2B5EF4-FFF2-40B4-BE49-F238E27FC236}">
                <a16:creationId xmlns:a16="http://schemas.microsoft.com/office/drawing/2014/main" id="{A12954A1-8736-EC71-7EBA-AF4FCB54FC42}"/>
              </a:ext>
            </a:extLst>
          </p:cNvPr>
          <p:cNvSpPr>
            <a:spLocks noGrp="1"/>
          </p:cNvSpPr>
          <p:nvPr>
            <p:ph type="body" sz="quarter" idx="150"/>
          </p:nvPr>
        </p:nvSpPr>
        <p:spPr>
          <a:xfrm>
            <a:off x="6182004" y="3585754"/>
            <a:ext cx="1735111"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41" name="Text Placeholder 2">
            <a:extLst>
              <a:ext uri="{FF2B5EF4-FFF2-40B4-BE49-F238E27FC236}">
                <a16:creationId xmlns:a16="http://schemas.microsoft.com/office/drawing/2014/main" id="{AF27E60A-D1A3-AAA2-BB4D-C8B75EB24D17}"/>
              </a:ext>
            </a:extLst>
          </p:cNvPr>
          <p:cNvSpPr>
            <a:spLocks noGrp="1"/>
          </p:cNvSpPr>
          <p:nvPr>
            <p:ph type="body" sz="quarter" idx="151"/>
          </p:nvPr>
        </p:nvSpPr>
        <p:spPr>
          <a:xfrm>
            <a:off x="8112126" y="3585754"/>
            <a:ext cx="1720182"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42" name="Text Placeholder 2">
            <a:extLst>
              <a:ext uri="{FF2B5EF4-FFF2-40B4-BE49-F238E27FC236}">
                <a16:creationId xmlns:a16="http://schemas.microsoft.com/office/drawing/2014/main" id="{136C1E47-4125-C7C9-5BD7-69CE1F2E8986}"/>
              </a:ext>
            </a:extLst>
          </p:cNvPr>
          <p:cNvSpPr>
            <a:spLocks noGrp="1"/>
          </p:cNvSpPr>
          <p:nvPr>
            <p:ph type="body" sz="quarter" idx="152"/>
          </p:nvPr>
        </p:nvSpPr>
        <p:spPr>
          <a:xfrm>
            <a:off x="10031944" y="3585754"/>
            <a:ext cx="1760007" cy="369332"/>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lvl="0"/>
            <a:r>
              <a:rPr lang="en-GB"/>
              <a:t>Click to edit Master text styles</a:t>
            </a:r>
          </a:p>
        </p:txBody>
      </p:sp>
      <p:sp>
        <p:nvSpPr>
          <p:cNvPr id="8" name="Picture Placeholder 8">
            <a:extLst>
              <a:ext uri="{FF2B5EF4-FFF2-40B4-BE49-F238E27FC236}">
                <a16:creationId xmlns:a16="http://schemas.microsoft.com/office/drawing/2014/main" id="{38CD677B-12E4-2088-8CDB-0C30D7E25F9E}"/>
              </a:ext>
            </a:extLst>
          </p:cNvPr>
          <p:cNvSpPr>
            <a:spLocks noGrp="1"/>
          </p:cNvSpPr>
          <p:nvPr>
            <p:ph type="pic" sz="quarter" idx="169"/>
          </p:nvPr>
        </p:nvSpPr>
        <p:spPr>
          <a:xfrm>
            <a:off x="406400" y="1637593"/>
            <a:ext cx="1753659"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sp>
        <p:nvSpPr>
          <p:cNvPr id="10" name="Picture Placeholder 8">
            <a:extLst>
              <a:ext uri="{FF2B5EF4-FFF2-40B4-BE49-F238E27FC236}">
                <a16:creationId xmlns:a16="http://schemas.microsoft.com/office/drawing/2014/main" id="{4CC981C2-2841-100B-7D66-AC08CD164DB0}"/>
              </a:ext>
            </a:extLst>
          </p:cNvPr>
          <p:cNvSpPr>
            <a:spLocks noGrp="1"/>
          </p:cNvSpPr>
          <p:nvPr>
            <p:ph type="pic" sz="quarter" idx="170"/>
          </p:nvPr>
        </p:nvSpPr>
        <p:spPr>
          <a:xfrm>
            <a:off x="2359694" y="1637593"/>
            <a:ext cx="1727035"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sp>
        <p:nvSpPr>
          <p:cNvPr id="12" name="Picture Placeholder 8">
            <a:extLst>
              <a:ext uri="{FF2B5EF4-FFF2-40B4-BE49-F238E27FC236}">
                <a16:creationId xmlns:a16="http://schemas.microsoft.com/office/drawing/2014/main" id="{740D393D-762C-1019-444C-1F7725E38AD6}"/>
              </a:ext>
            </a:extLst>
          </p:cNvPr>
          <p:cNvSpPr>
            <a:spLocks noGrp="1"/>
          </p:cNvSpPr>
          <p:nvPr>
            <p:ph type="pic" sz="quarter" idx="171"/>
          </p:nvPr>
        </p:nvSpPr>
        <p:spPr>
          <a:xfrm>
            <a:off x="4265642" y="1637593"/>
            <a:ext cx="1736279"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sp>
        <p:nvSpPr>
          <p:cNvPr id="14" name="Picture Placeholder 8">
            <a:extLst>
              <a:ext uri="{FF2B5EF4-FFF2-40B4-BE49-F238E27FC236}">
                <a16:creationId xmlns:a16="http://schemas.microsoft.com/office/drawing/2014/main" id="{3E61248C-F954-1B97-3325-3F92B8981237}"/>
              </a:ext>
            </a:extLst>
          </p:cNvPr>
          <p:cNvSpPr>
            <a:spLocks noGrp="1"/>
          </p:cNvSpPr>
          <p:nvPr>
            <p:ph type="pic" sz="quarter" idx="172"/>
          </p:nvPr>
        </p:nvSpPr>
        <p:spPr>
          <a:xfrm>
            <a:off x="6192310" y="1637593"/>
            <a:ext cx="1724805"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sp>
        <p:nvSpPr>
          <p:cNvPr id="16" name="Picture Placeholder 8">
            <a:extLst>
              <a:ext uri="{FF2B5EF4-FFF2-40B4-BE49-F238E27FC236}">
                <a16:creationId xmlns:a16="http://schemas.microsoft.com/office/drawing/2014/main" id="{6AA46A34-454B-1424-6346-B50ECF254928}"/>
              </a:ext>
            </a:extLst>
          </p:cNvPr>
          <p:cNvSpPr>
            <a:spLocks noGrp="1"/>
          </p:cNvSpPr>
          <p:nvPr>
            <p:ph type="pic" sz="quarter" idx="173"/>
          </p:nvPr>
        </p:nvSpPr>
        <p:spPr>
          <a:xfrm>
            <a:off x="8112126" y="1637593"/>
            <a:ext cx="1720182"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sp>
        <p:nvSpPr>
          <p:cNvPr id="18" name="Picture Placeholder 8">
            <a:extLst>
              <a:ext uri="{FF2B5EF4-FFF2-40B4-BE49-F238E27FC236}">
                <a16:creationId xmlns:a16="http://schemas.microsoft.com/office/drawing/2014/main" id="{0B7386A2-AEA0-29D4-CACB-E36528AC316A}"/>
              </a:ext>
            </a:extLst>
          </p:cNvPr>
          <p:cNvSpPr>
            <a:spLocks noGrp="1"/>
          </p:cNvSpPr>
          <p:nvPr>
            <p:ph type="pic" sz="quarter" idx="174"/>
          </p:nvPr>
        </p:nvSpPr>
        <p:spPr>
          <a:xfrm>
            <a:off x="10031944" y="1637593"/>
            <a:ext cx="1760007" cy="1765135"/>
          </a:xfrm>
          <a:prstGeom prst="roundRect">
            <a:avLst>
              <a:gd name="adj" fmla="val 1472"/>
            </a:avLst>
          </a:prstGeom>
          <a:ln>
            <a:noFill/>
          </a:ln>
        </p:spPr>
        <p:style>
          <a:lnRef idx="2">
            <a:schemeClr val="dk1"/>
          </a:lnRef>
          <a:fillRef idx="1">
            <a:schemeClr val="lt1"/>
          </a:fillRef>
          <a:effectRef idx="0">
            <a:schemeClr val="dk1"/>
          </a:effectRef>
          <a:fontRef idx="minor">
            <a:schemeClr val="dk1"/>
          </a:fontRef>
        </p:style>
        <p:txBody>
          <a:bodyPr/>
          <a:lstStyle>
            <a:lvl1pPr>
              <a:lnSpc>
                <a:spcPct val="100000"/>
              </a:lnSpc>
              <a:defRPr lang="en-US" sz="800"/>
            </a:lvl1pPr>
          </a:lstStyle>
          <a:p>
            <a:pPr marL="0" lvl="0" indent="0">
              <a:buNone/>
            </a:pPr>
            <a:r>
              <a:rPr lang="en-GB"/>
              <a:t>Click icon to add picture</a:t>
            </a:r>
            <a:endParaRPr lang="en-US"/>
          </a:p>
        </p:txBody>
      </p:sp>
      <p:cxnSp>
        <p:nvCxnSpPr>
          <p:cNvPr id="19" name="Straight Connector 18">
            <a:extLst>
              <a:ext uri="{FF2B5EF4-FFF2-40B4-BE49-F238E27FC236}">
                <a16:creationId xmlns:a16="http://schemas.microsoft.com/office/drawing/2014/main" id="{B7BFD05E-60A5-5A98-96B9-4182DA0DEE85}"/>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Slide Number Placeholder 4">
            <a:extLst>
              <a:ext uri="{FF2B5EF4-FFF2-40B4-BE49-F238E27FC236}">
                <a16:creationId xmlns:a16="http://schemas.microsoft.com/office/drawing/2014/main" id="{E8749BAF-2F0C-1AC9-EA2B-761257DE146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7" name="Symbol zastępczy stopki 1">
            <a:extLst>
              <a:ext uri="{FF2B5EF4-FFF2-40B4-BE49-F238E27FC236}">
                <a16:creationId xmlns:a16="http://schemas.microsoft.com/office/drawing/2014/main" id="{B9895078-08E1-3BC8-E0A3-88FF8A0D391B}"/>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21" name="Text 0">
            <a:extLst>
              <a:ext uri="{FF2B5EF4-FFF2-40B4-BE49-F238E27FC236}">
                <a16:creationId xmlns:a16="http://schemas.microsoft.com/office/drawing/2014/main" id="{7B03419E-D82D-5DF2-9DEB-12EB6574E707}"/>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5" name="Title 9">
            <a:extLst>
              <a:ext uri="{FF2B5EF4-FFF2-40B4-BE49-F238E27FC236}">
                <a16:creationId xmlns:a16="http://schemas.microsoft.com/office/drawing/2014/main" id="{17B5C6E2-4F2E-DA4A-54D9-BA3CABE47A90}"/>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724351229"/>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rd / Column 3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7" name="Straight Connector 6">
            <a:extLst>
              <a:ext uri="{FF2B5EF4-FFF2-40B4-BE49-F238E27FC236}">
                <a16:creationId xmlns:a16="http://schemas.microsoft.com/office/drawing/2014/main" id="{838B9FB7-B979-37D5-B23A-B79A2E2E2EBE}"/>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 Placeholder 11">
            <a:extLst>
              <a:ext uri="{FF2B5EF4-FFF2-40B4-BE49-F238E27FC236}">
                <a16:creationId xmlns:a16="http://schemas.microsoft.com/office/drawing/2014/main" id="{29F5E699-25AA-5F35-F3E9-8D255D167C93}"/>
              </a:ext>
            </a:extLst>
          </p:cNvPr>
          <p:cNvSpPr>
            <a:spLocks noGrp="1"/>
          </p:cNvSpPr>
          <p:nvPr>
            <p:ph type="body" sz="quarter" idx="144"/>
          </p:nvPr>
        </p:nvSpPr>
        <p:spPr>
          <a:xfrm>
            <a:off x="406399" y="1631017"/>
            <a:ext cx="3673476"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3" name="Slide Number Placeholder 4">
            <a:extLst>
              <a:ext uri="{FF2B5EF4-FFF2-40B4-BE49-F238E27FC236}">
                <a16:creationId xmlns:a16="http://schemas.microsoft.com/office/drawing/2014/main" id="{2AEC4F8D-A596-DB11-9728-0069291B8B9A}"/>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4" name="Symbol zastępczy stopki 1">
            <a:extLst>
              <a:ext uri="{FF2B5EF4-FFF2-40B4-BE49-F238E27FC236}">
                <a16:creationId xmlns:a16="http://schemas.microsoft.com/office/drawing/2014/main" id="{18D42807-48B3-CFE7-475C-CB528BC9DAE3}"/>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5" name="Text 0">
            <a:extLst>
              <a:ext uri="{FF2B5EF4-FFF2-40B4-BE49-F238E27FC236}">
                <a16:creationId xmlns:a16="http://schemas.microsoft.com/office/drawing/2014/main" id="{E79E8958-C9AC-2969-F9FA-0BAC031415A3}"/>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6" name="Text Placeholder 11">
            <a:extLst>
              <a:ext uri="{FF2B5EF4-FFF2-40B4-BE49-F238E27FC236}">
                <a16:creationId xmlns:a16="http://schemas.microsoft.com/office/drawing/2014/main" id="{F8DA5C0E-DE73-3A3B-CE56-AF555A6CE34E}"/>
              </a:ext>
            </a:extLst>
          </p:cNvPr>
          <p:cNvSpPr>
            <a:spLocks noGrp="1"/>
          </p:cNvSpPr>
          <p:nvPr>
            <p:ph type="body" sz="quarter" idx="145"/>
          </p:nvPr>
        </p:nvSpPr>
        <p:spPr>
          <a:xfrm>
            <a:off x="4271434" y="1631017"/>
            <a:ext cx="3645681"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7" name="Text Placeholder 11">
            <a:extLst>
              <a:ext uri="{FF2B5EF4-FFF2-40B4-BE49-F238E27FC236}">
                <a16:creationId xmlns:a16="http://schemas.microsoft.com/office/drawing/2014/main" id="{A1729861-B571-5452-2EA6-F98F35A0C944}"/>
              </a:ext>
            </a:extLst>
          </p:cNvPr>
          <p:cNvSpPr>
            <a:spLocks noGrp="1"/>
          </p:cNvSpPr>
          <p:nvPr>
            <p:ph type="body" sz="quarter" idx="146"/>
          </p:nvPr>
        </p:nvSpPr>
        <p:spPr>
          <a:xfrm>
            <a:off x="8108672" y="1631017"/>
            <a:ext cx="3675871"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4" name="Title 9">
            <a:extLst>
              <a:ext uri="{FF2B5EF4-FFF2-40B4-BE49-F238E27FC236}">
                <a16:creationId xmlns:a16="http://schemas.microsoft.com/office/drawing/2014/main" id="{B9E71DF5-670D-C94A-F577-4341DFEB5D61}"/>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383587447"/>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rd / Column 2 / Light / Dark">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7" name="Straight Connector 6">
            <a:extLst>
              <a:ext uri="{FF2B5EF4-FFF2-40B4-BE49-F238E27FC236}">
                <a16:creationId xmlns:a16="http://schemas.microsoft.com/office/drawing/2014/main" id="{EB5DF21C-94B9-5CDB-3496-249B25D64A2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4">
            <a:extLst>
              <a:ext uri="{FF2B5EF4-FFF2-40B4-BE49-F238E27FC236}">
                <a16:creationId xmlns:a16="http://schemas.microsoft.com/office/drawing/2014/main" id="{9F89FAC1-4ADA-EF90-BF37-538B260D5A96}"/>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16" name="Symbol zastępczy stopki 1">
            <a:extLst>
              <a:ext uri="{FF2B5EF4-FFF2-40B4-BE49-F238E27FC236}">
                <a16:creationId xmlns:a16="http://schemas.microsoft.com/office/drawing/2014/main" id="{AD74046A-33EA-1D17-EFBC-AD91FA16F197}"/>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7" name="Text 0">
            <a:extLst>
              <a:ext uri="{FF2B5EF4-FFF2-40B4-BE49-F238E27FC236}">
                <a16:creationId xmlns:a16="http://schemas.microsoft.com/office/drawing/2014/main" id="{35FB8CC9-82CF-74C4-65A4-F0B235E29E9B}"/>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8" name="Text Placeholder 2">
            <a:extLst>
              <a:ext uri="{FF2B5EF4-FFF2-40B4-BE49-F238E27FC236}">
                <a16:creationId xmlns:a16="http://schemas.microsoft.com/office/drawing/2014/main" id="{13A78E69-CC67-B1DC-7D60-35B10A5B2E14}"/>
              </a:ext>
            </a:extLst>
          </p:cNvPr>
          <p:cNvSpPr>
            <a:spLocks noGrp="1" noChangeAspect="1"/>
          </p:cNvSpPr>
          <p:nvPr>
            <p:ph type="body" sz="quarter" idx="110"/>
          </p:nvPr>
        </p:nvSpPr>
        <p:spPr>
          <a:xfrm>
            <a:off x="431803" y="1390137"/>
            <a:ext cx="7488765" cy="184666"/>
          </a:xfrm>
          <a:prstGeom prst="rect">
            <a:avLst/>
          </a:prstGeom>
        </p:spPr>
        <p:txBody>
          <a:bodyPr wrap="square" lIns="0" tIns="0" rIns="0" bIns="0" anchor="t">
            <a:spAutoFit/>
          </a:bodyPr>
          <a:lstStyle>
            <a:lvl1pPr marL="0" indent="0">
              <a:lnSpc>
                <a:spcPct val="100000"/>
              </a:lnSpc>
              <a:spcBef>
                <a:spcPts val="933"/>
              </a:spcBef>
              <a:buFontTx/>
              <a:buNone/>
              <a:defRPr sz="1200">
                <a:solidFill>
                  <a:schemeClr val="tx1"/>
                </a:solidFill>
              </a:defRPr>
            </a:lvl1pPr>
            <a:lvl2pPr marL="304831" indent="0">
              <a:buFontTx/>
              <a:buNone/>
              <a:defRPr sz="1200">
                <a:solidFill>
                  <a:schemeClr val="tx1"/>
                </a:solidFill>
              </a:defRPr>
            </a:lvl2pPr>
            <a:lvl3pPr marL="609660" indent="0">
              <a:buFontTx/>
              <a:buNone/>
              <a:defRPr sz="1200">
                <a:solidFill>
                  <a:schemeClr val="tx1"/>
                </a:solidFill>
              </a:defRPr>
            </a:lvl3pPr>
            <a:lvl4pPr marL="914492" indent="0">
              <a:buFontTx/>
              <a:buNone/>
              <a:defRPr sz="1200">
                <a:solidFill>
                  <a:schemeClr val="tx1"/>
                </a:solidFill>
              </a:defRPr>
            </a:lvl4pPr>
            <a:lvl5pPr marL="1219322" indent="0">
              <a:buFontTx/>
              <a:buNone/>
              <a:defRPr sz="1200">
                <a:solidFill>
                  <a:schemeClr val="tx1"/>
                </a:solidFill>
              </a:defRPr>
            </a:lvl5pPr>
          </a:lstStyle>
          <a:p>
            <a:pPr marL="0" marR="0" lvl="0" indent="0" algn="l" defTabSz="609660" rtl="0" eaLnBrk="1" fontAlgn="auto" latinLnBrk="0" hangingPunct="1">
              <a:lnSpc>
                <a:spcPct val="100000"/>
              </a:lnSpc>
              <a:spcBef>
                <a:spcPts val="933"/>
              </a:spcBef>
              <a:spcAft>
                <a:spcPts val="0"/>
              </a:spcAft>
              <a:buClrTx/>
              <a:buSzTx/>
              <a:buFontTx/>
              <a:buNone/>
              <a:tabLst/>
              <a:defRPr/>
            </a:pPr>
            <a:r>
              <a:rPr lang="en-GB"/>
              <a:t>Click to edit Master text styles</a:t>
            </a:r>
          </a:p>
        </p:txBody>
      </p:sp>
      <p:sp>
        <p:nvSpPr>
          <p:cNvPr id="19" name="Text Placeholder 11">
            <a:extLst>
              <a:ext uri="{FF2B5EF4-FFF2-40B4-BE49-F238E27FC236}">
                <a16:creationId xmlns:a16="http://schemas.microsoft.com/office/drawing/2014/main" id="{1440F031-7FFB-034A-7BE1-C9682B7C910C}"/>
              </a:ext>
            </a:extLst>
          </p:cNvPr>
          <p:cNvSpPr>
            <a:spLocks noGrp="1"/>
          </p:cNvSpPr>
          <p:nvPr>
            <p:ph type="body" sz="quarter" idx="144"/>
          </p:nvPr>
        </p:nvSpPr>
        <p:spPr>
          <a:xfrm>
            <a:off x="406400" y="1869551"/>
            <a:ext cx="5593293"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20" name="Text Placeholder 11">
            <a:extLst>
              <a:ext uri="{FF2B5EF4-FFF2-40B4-BE49-F238E27FC236}">
                <a16:creationId xmlns:a16="http://schemas.microsoft.com/office/drawing/2014/main" id="{26291222-BBA9-2F76-25E8-EE134EA14ACF}"/>
              </a:ext>
            </a:extLst>
          </p:cNvPr>
          <p:cNvSpPr>
            <a:spLocks noGrp="1"/>
          </p:cNvSpPr>
          <p:nvPr>
            <p:ph type="body" sz="quarter" idx="145"/>
          </p:nvPr>
        </p:nvSpPr>
        <p:spPr>
          <a:xfrm>
            <a:off x="6198657" y="1866744"/>
            <a:ext cx="5593293" cy="4123893"/>
          </a:xfrm>
          <a:prstGeom prst="roundRect">
            <a:avLst>
              <a:gd name="adj" fmla="val 2356"/>
            </a:avLst>
          </a:prstGeom>
          <a:solidFill>
            <a:srgbClr val="130025"/>
          </a:solidFill>
        </p:spPr>
        <p:txBody>
          <a:bodyPr lIns="274320" tIns="365760" rIns="0"/>
          <a:lstStyle>
            <a:lvl1pPr marL="0" indent="0">
              <a:buNone/>
              <a:defRPr sz="1600">
                <a:solidFill>
                  <a:schemeClr val="bg1"/>
                </a:solidFill>
                <a:latin typeface="+mj-lt"/>
              </a:defRPr>
            </a:lvl1pPr>
            <a:lvl2pPr>
              <a:defRPr sz="1600">
                <a:solidFill>
                  <a:schemeClr val="bg1"/>
                </a:solidFill>
              </a:defRPr>
            </a:lvl2pPr>
            <a:lvl3pPr>
              <a:defRPr sz="1333">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p:txBody>
      </p:sp>
      <p:sp>
        <p:nvSpPr>
          <p:cNvPr id="4" name="Title 9">
            <a:extLst>
              <a:ext uri="{FF2B5EF4-FFF2-40B4-BE49-F238E27FC236}">
                <a16:creationId xmlns:a16="http://schemas.microsoft.com/office/drawing/2014/main" id="{3EC3A68B-612E-8A2C-6D21-65C7DF78DD39}"/>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1976450370"/>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rd / Column 4 / Light">
    <p:bg>
      <p:bgRef idx="1001">
        <a:schemeClr val="bg1"/>
      </p:bgRef>
    </p:bg>
    <p:spTree>
      <p:nvGrpSpPr>
        <p:cNvPr id="1" name=""/>
        <p:cNvGrpSpPr/>
        <p:nvPr/>
      </p:nvGrpSpPr>
      <p:grpSpPr>
        <a:xfrm>
          <a:off x="0" y="0"/>
          <a:ext cx="0" cy="0"/>
          <a:chOff x="0" y="0"/>
          <a:chExt cx="0" cy="0"/>
        </a:xfrm>
      </p:grpSpPr>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cxnSp>
        <p:nvCxnSpPr>
          <p:cNvPr id="11" name="Straight Connector 10">
            <a:extLst>
              <a:ext uri="{FF2B5EF4-FFF2-40B4-BE49-F238E27FC236}">
                <a16:creationId xmlns:a16="http://schemas.microsoft.com/office/drawing/2014/main" id="{8025A178-98CA-4826-14C8-7A3FC8794DA4}"/>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4">
            <a:extLst>
              <a:ext uri="{FF2B5EF4-FFF2-40B4-BE49-F238E27FC236}">
                <a16:creationId xmlns:a16="http://schemas.microsoft.com/office/drawing/2014/main" id="{F1933B19-7AA9-E8B7-EF07-031BA04E07DC}"/>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8" name="Symbol zastępczy stopki 1">
            <a:extLst>
              <a:ext uri="{FF2B5EF4-FFF2-40B4-BE49-F238E27FC236}">
                <a16:creationId xmlns:a16="http://schemas.microsoft.com/office/drawing/2014/main" id="{12CB0AF3-182C-9D01-D775-4BEDE261A420}"/>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0" name="Text 0">
            <a:extLst>
              <a:ext uri="{FF2B5EF4-FFF2-40B4-BE49-F238E27FC236}">
                <a16:creationId xmlns:a16="http://schemas.microsoft.com/office/drawing/2014/main" id="{54870FD5-B9F3-BF72-D764-1C4426BB45E5}"/>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13" name="Text Placeholder 11">
            <a:extLst>
              <a:ext uri="{FF2B5EF4-FFF2-40B4-BE49-F238E27FC236}">
                <a16:creationId xmlns:a16="http://schemas.microsoft.com/office/drawing/2014/main" id="{5781575A-BB57-5344-D1BC-DC61F39E8317}"/>
              </a:ext>
            </a:extLst>
          </p:cNvPr>
          <p:cNvSpPr>
            <a:spLocks noGrp="1"/>
          </p:cNvSpPr>
          <p:nvPr>
            <p:ph type="body" sz="quarter" idx="144"/>
          </p:nvPr>
        </p:nvSpPr>
        <p:spPr>
          <a:xfrm>
            <a:off x="406401" y="1631017"/>
            <a:ext cx="27135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4" name="Text Placeholder 11">
            <a:extLst>
              <a:ext uri="{FF2B5EF4-FFF2-40B4-BE49-F238E27FC236}">
                <a16:creationId xmlns:a16="http://schemas.microsoft.com/office/drawing/2014/main" id="{A42EAFE7-C183-80F5-2DD6-AED01DF3DDCC}"/>
              </a:ext>
            </a:extLst>
          </p:cNvPr>
          <p:cNvSpPr>
            <a:spLocks noGrp="1"/>
          </p:cNvSpPr>
          <p:nvPr>
            <p:ph type="body" sz="quarter" idx="145"/>
          </p:nvPr>
        </p:nvSpPr>
        <p:spPr>
          <a:xfrm>
            <a:off x="3311527" y="1631017"/>
            <a:ext cx="26881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5" name="Text Placeholder 11">
            <a:extLst>
              <a:ext uri="{FF2B5EF4-FFF2-40B4-BE49-F238E27FC236}">
                <a16:creationId xmlns:a16="http://schemas.microsoft.com/office/drawing/2014/main" id="{25B6A9AC-89B2-E0E0-288A-839A7A04B559}"/>
              </a:ext>
            </a:extLst>
          </p:cNvPr>
          <p:cNvSpPr>
            <a:spLocks noGrp="1"/>
          </p:cNvSpPr>
          <p:nvPr>
            <p:ph type="body" sz="quarter" idx="146"/>
          </p:nvPr>
        </p:nvSpPr>
        <p:spPr>
          <a:xfrm>
            <a:off x="6192310" y="1628210"/>
            <a:ext cx="2688167"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16" name="Text Placeholder 11">
            <a:extLst>
              <a:ext uri="{FF2B5EF4-FFF2-40B4-BE49-F238E27FC236}">
                <a16:creationId xmlns:a16="http://schemas.microsoft.com/office/drawing/2014/main" id="{E40FDFD9-4D04-612A-B228-880310D4BA7E}"/>
              </a:ext>
            </a:extLst>
          </p:cNvPr>
          <p:cNvSpPr>
            <a:spLocks noGrp="1"/>
          </p:cNvSpPr>
          <p:nvPr>
            <p:ph type="body" sz="quarter" idx="147"/>
          </p:nvPr>
        </p:nvSpPr>
        <p:spPr>
          <a:xfrm>
            <a:off x="9072035" y="1628210"/>
            <a:ext cx="2713569" cy="4123893"/>
          </a:xfrm>
          <a:prstGeom prst="roundRect">
            <a:avLst>
              <a:gd name="adj" fmla="val 2356"/>
            </a:avLst>
          </a:prstGeom>
          <a:solidFill>
            <a:srgbClr val="FBF8F8"/>
          </a:solidFill>
        </p:spPr>
        <p:txBody>
          <a:bodyPr lIns="274320" tIns="365760" rIns="0"/>
          <a:lstStyle>
            <a:lvl1pPr marL="0" indent="0">
              <a:buNone/>
              <a:defRPr sz="1600">
                <a:solidFill>
                  <a:schemeClr val="tx1"/>
                </a:solidFill>
                <a:latin typeface="+mj-lt"/>
              </a:defRPr>
            </a:lvl1pPr>
            <a:lvl2pPr>
              <a:defRPr sz="1600">
                <a:solidFill>
                  <a:schemeClr val="tx1"/>
                </a:solidFill>
              </a:defRPr>
            </a:lvl2pPr>
            <a:lvl3pPr>
              <a:defRPr sz="1333">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p:txBody>
      </p:sp>
      <p:sp>
        <p:nvSpPr>
          <p:cNvPr id="4" name="Title 9">
            <a:extLst>
              <a:ext uri="{FF2B5EF4-FFF2-40B4-BE49-F238E27FC236}">
                <a16:creationId xmlns:a16="http://schemas.microsoft.com/office/drawing/2014/main" id="{3A467302-5EE0-D2BC-3F4E-D8ED59E4F594}"/>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Tree>
    <p:extLst>
      <p:ext uri="{BB962C8B-B14F-4D97-AF65-F5344CB8AC3E}">
        <p14:creationId xmlns:p14="http://schemas.microsoft.com/office/powerpoint/2010/main" val="2965610973"/>
      </p:ext>
    </p:extLst>
  </p:cSld>
  <p:clrMapOvr>
    <a:masterClrMapping/>
  </p:clrMapOvr>
  <p:extLst>
    <p:ext uri="{DCECCB84-F9BA-43D5-87BE-67443E8EF086}">
      <p15:sldGuideLst xmlns:p15="http://schemas.microsoft.com/office/powerpoint/2012/main">
        <p15:guide id="1" orient="horz" pos="255" userDrawn="1">
          <p15:clr>
            <a:srgbClr val="A4A3A4"/>
          </p15:clr>
        </p15:guide>
        <p15:guide id="2" pos="4505" userDrawn="1">
          <p15:clr>
            <a:srgbClr val="C35EA4"/>
          </p15:clr>
        </p15:guide>
        <p15:guide id="3" pos="3901" userDrawn="1">
          <p15:clr>
            <a:srgbClr val="C35EA4"/>
          </p15:clr>
        </p15:guide>
        <p15:guide id="4" pos="3779" userDrawn="1">
          <p15:clr>
            <a:srgbClr val="C35EA4"/>
          </p15:clr>
        </p15:guide>
        <p15:guide id="5" pos="4384" userDrawn="1">
          <p15:clr>
            <a:srgbClr val="C35EA4"/>
          </p15:clr>
        </p15:guide>
        <p15:guide id="6" pos="3296" userDrawn="1">
          <p15:clr>
            <a:srgbClr val="C35EA4"/>
          </p15:clr>
        </p15:guide>
        <p15:guide id="7" pos="3175" userDrawn="1">
          <p15:clr>
            <a:srgbClr val="C35EA4"/>
          </p15:clr>
        </p15:guide>
        <p15:guide id="8" pos="2691" userDrawn="1">
          <p15:clr>
            <a:srgbClr val="C35EA4"/>
          </p15:clr>
        </p15:guide>
        <p15:guide id="9" pos="4989" userDrawn="1">
          <p15:clr>
            <a:srgbClr val="C35EA4"/>
          </p15:clr>
        </p15:guide>
        <p15:guide id="10" pos="2570" userDrawn="1">
          <p15:clr>
            <a:srgbClr val="C35EA4"/>
          </p15:clr>
        </p15:guide>
        <p15:guide id="11" pos="5110" userDrawn="1">
          <p15:clr>
            <a:srgbClr val="C35EA4"/>
          </p15:clr>
        </p15:guide>
        <p15:guide id="12" pos="5594" userDrawn="1">
          <p15:clr>
            <a:srgbClr val="C35EA4"/>
          </p15:clr>
        </p15:guide>
        <p15:guide id="13" pos="2086" userDrawn="1">
          <p15:clr>
            <a:srgbClr val="C35EA4"/>
          </p15:clr>
        </p15:guide>
        <p15:guide id="14" pos="1965" userDrawn="1">
          <p15:clr>
            <a:srgbClr val="C35EA4"/>
          </p15:clr>
        </p15:guide>
        <p15:guide id="15" pos="5715" userDrawn="1">
          <p15:clr>
            <a:srgbClr val="C35EA4"/>
          </p15:clr>
        </p15:guide>
        <p15:guide id="16" pos="6199" userDrawn="1">
          <p15:clr>
            <a:srgbClr val="C35EA4"/>
          </p15:clr>
        </p15:guide>
        <p15:guide id="17" pos="1481" userDrawn="1">
          <p15:clr>
            <a:srgbClr val="C35EA4"/>
          </p15:clr>
        </p15:guide>
        <p15:guide id="18" pos="1361" userDrawn="1">
          <p15:clr>
            <a:srgbClr val="C35EA4"/>
          </p15:clr>
        </p15:guide>
        <p15:guide id="19" pos="6319" userDrawn="1">
          <p15:clr>
            <a:srgbClr val="C35EA4"/>
          </p15:clr>
        </p15:guide>
        <p15:guide id="20" pos="6803" userDrawn="1">
          <p15:clr>
            <a:srgbClr val="C35EA4"/>
          </p15:clr>
        </p15:guide>
        <p15:guide id="21" pos="877" userDrawn="1">
          <p15:clr>
            <a:srgbClr val="C35EA4"/>
          </p15:clr>
        </p15:guide>
        <p15:guide id="22" pos="755" userDrawn="1">
          <p15:clr>
            <a:srgbClr val="C35EA4"/>
          </p15:clr>
        </p15:guide>
        <p15:guide id="23" pos="6925" userDrawn="1">
          <p15:clr>
            <a:srgbClr val="C35EA4"/>
          </p15:clr>
        </p15:guide>
        <p15:guide id="24" pos="7423" userDrawn="1">
          <p15:clr>
            <a:srgbClr val="A4A3A4"/>
          </p15:clr>
        </p15:guide>
        <p15:guide id="25" pos="257" userDrawn="1">
          <p15:clr>
            <a:srgbClr val="A4A3A4"/>
          </p15:clr>
        </p15:guide>
        <p15:guide id="26" orient="horz" pos="4065" userDrawn="1">
          <p15:clr>
            <a:srgbClr val="A4A3A4"/>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Quote / Light">
    <p:bg>
      <p:bgPr>
        <a:solidFill>
          <a:srgbClr val="FFFFFF"/>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60"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Slide Number Placeholder 4">
            <a:extLst>
              <a:ext uri="{FF2B5EF4-FFF2-40B4-BE49-F238E27FC236}">
                <a16:creationId xmlns:a16="http://schemas.microsoft.com/office/drawing/2014/main" id="{68B03FB4-140A-4D5A-635B-E01C93D68058}"/>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8" name="Symbol zastępczy stopki 1">
            <a:extLst>
              <a:ext uri="{FF2B5EF4-FFF2-40B4-BE49-F238E27FC236}">
                <a16:creationId xmlns:a16="http://schemas.microsoft.com/office/drawing/2014/main" id="{094DDF56-CCE7-D92D-8600-CF67BFF1A579}"/>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
        <p:nvSpPr>
          <p:cNvPr id="11" name="Text 0">
            <a:extLst>
              <a:ext uri="{FF2B5EF4-FFF2-40B4-BE49-F238E27FC236}">
                <a16:creationId xmlns:a16="http://schemas.microsoft.com/office/drawing/2014/main" id="{200C484E-2717-FCCD-102F-0DD295A3E8EF}"/>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Text Placeholder 22">
            <a:extLst>
              <a:ext uri="{FF2B5EF4-FFF2-40B4-BE49-F238E27FC236}">
                <a16:creationId xmlns:a16="http://schemas.microsoft.com/office/drawing/2014/main" id="{4DD8291B-99FA-2509-2E92-4E05094A46BF}"/>
              </a:ext>
            </a:extLst>
          </p:cNvPr>
          <p:cNvSpPr>
            <a:spLocks noGrp="1"/>
          </p:cNvSpPr>
          <p:nvPr>
            <p:ph type="body" sz="quarter" idx="136" hasCustomPrompt="1"/>
          </p:nvPr>
        </p:nvSpPr>
        <p:spPr>
          <a:xfrm>
            <a:off x="3311526" y="1233245"/>
            <a:ext cx="8480423" cy="2154436"/>
          </a:xfrm>
          <a:prstGeom prst="rect">
            <a:avLst/>
          </a:prstGeom>
        </p:spPr>
        <p:txBody>
          <a:bodyPr wrap="square" lIns="0" tIns="0" rIns="0" bIns="0" anchor="b">
            <a:spAutoFit/>
          </a:bodyPr>
          <a:lstStyle>
            <a:lvl1pPr marL="0" indent="0">
              <a:lnSpc>
                <a:spcPct val="100000"/>
              </a:lnSpc>
              <a:buNone/>
              <a:defRPr sz="2800">
                <a:solidFill>
                  <a:schemeClr val="tx1"/>
                </a:solidFill>
                <a:latin typeface="+mj-lt"/>
              </a:defRPr>
            </a:lvl1pPr>
          </a:lstStyle>
          <a:p>
            <a:pPr lvl="0"/>
            <a:r>
              <a:rPr lang="en-US"/>
              <a:t>Xebia is a pioneering Software Engineering and IT consultancy company, transforming and executing at the intersection of Domain and Technology to create digital leaders for our people, clients, partners, and communities</a:t>
            </a:r>
          </a:p>
        </p:txBody>
      </p:sp>
      <p:sp>
        <p:nvSpPr>
          <p:cNvPr id="5" name="Picture Placeholder 13">
            <a:extLst>
              <a:ext uri="{FF2B5EF4-FFF2-40B4-BE49-F238E27FC236}">
                <a16:creationId xmlns:a16="http://schemas.microsoft.com/office/drawing/2014/main" id="{3953204C-087F-D9B8-C5B9-2A5D81042900}"/>
              </a:ext>
            </a:extLst>
          </p:cNvPr>
          <p:cNvSpPr>
            <a:spLocks noGrp="1"/>
          </p:cNvSpPr>
          <p:nvPr>
            <p:ph type="pic" sz="quarter" idx="148"/>
          </p:nvPr>
        </p:nvSpPr>
        <p:spPr>
          <a:xfrm>
            <a:off x="416984" y="1378582"/>
            <a:ext cx="633040" cy="633600"/>
          </a:xfrm>
          <a:prstGeom prst="ellipse">
            <a:avLst/>
          </a:prstGeom>
        </p:spPr>
        <p:txBody>
          <a:bodyPr anchor="ctr"/>
          <a:lstStyle>
            <a:lvl1pPr marL="0" indent="0" algn="ctr">
              <a:buNone/>
              <a:defRPr sz="800">
                <a:solidFill>
                  <a:schemeClr val="tx1"/>
                </a:solidFill>
              </a:defRPr>
            </a:lvl1pPr>
          </a:lstStyle>
          <a:p>
            <a:r>
              <a:rPr lang="en-GB"/>
              <a:t>Click icon to add picture</a:t>
            </a:r>
            <a:endParaRPr lang="en-US"/>
          </a:p>
        </p:txBody>
      </p:sp>
      <p:sp>
        <p:nvSpPr>
          <p:cNvPr id="7" name="Text Placeholder 2">
            <a:extLst>
              <a:ext uri="{FF2B5EF4-FFF2-40B4-BE49-F238E27FC236}">
                <a16:creationId xmlns:a16="http://schemas.microsoft.com/office/drawing/2014/main" id="{8BDE256F-C8B2-A0C6-7CA8-597AEF4E9C95}"/>
              </a:ext>
            </a:extLst>
          </p:cNvPr>
          <p:cNvSpPr>
            <a:spLocks noGrp="1"/>
          </p:cNvSpPr>
          <p:nvPr>
            <p:ph type="body" sz="quarter" idx="141"/>
          </p:nvPr>
        </p:nvSpPr>
        <p:spPr>
          <a:xfrm>
            <a:off x="406403" y="2080807"/>
            <a:ext cx="1945215" cy="157992"/>
          </a:xfrm>
          <a:prstGeom prst="rect">
            <a:avLst/>
          </a:prstGeom>
        </p:spPr>
        <p:txBody>
          <a:bodyPr wrap="square" lIns="0" tIns="0" rIns="0" bIns="0">
            <a:spAutoFit/>
          </a:bodyPr>
          <a:lstStyle>
            <a:lvl1pPr marL="0" indent="0">
              <a:lnSpc>
                <a:spcPts val="1387"/>
              </a:lnSpc>
              <a:spcBef>
                <a:spcPts val="933"/>
              </a:spcBef>
              <a:buFontTx/>
              <a:buNone/>
              <a:defRPr sz="800">
                <a:solidFill>
                  <a:schemeClr val="tx1"/>
                </a:solidFill>
              </a:defRPr>
            </a:lvl1pPr>
            <a:lvl2pPr marL="304831" indent="0">
              <a:buFontTx/>
              <a:buNone/>
              <a:defRPr sz="800">
                <a:solidFill>
                  <a:schemeClr val="tx1"/>
                </a:solidFill>
              </a:defRPr>
            </a:lvl2pPr>
            <a:lvl3pPr marL="609660" indent="0">
              <a:buFontTx/>
              <a:buNone/>
              <a:defRPr sz="800">
                <a:solidFill>
                  <a:schemeClr val="tx1"/>
                </a:solidFill>
              </a:defRPr>
            </a:lvl3pPr>
            <a:lvl4pPr marL="914492" indent="0">
              <a:buFontTx/>
              <a:buNone/>
              <a:defRPr sz="800">
                <a:solidFill>
                  <a:schemeClr val="tx1"/>
                </a:solidFill>
              </a:defRPr>
            </a:lvl4pPr>
            <a:lvl5pPr marL="1219322" indent="0">
              <a:buFontTx/>
              <a:buNone/>
              <a:defRPr sz="800">
                <a:solidFill>
                  <a:schemeClr val="tx1"/>
                </a:solidFill>
              </a:defRPr>
            </a:lvl5pPr>
          </a:lstStyle>
          <a:p>
            <a:pPr lvl="0"/>
            <a:r>
              <a:rPr lang="en-GB"/>
              <a:t>Click to edit Master text styles</a:t>
            </a:r>
          </a:p>
        </p:txBody>
      </p:sp>
    </p:spTree>
    <p:extLst>
      <p:ext uri="{BB962C8B-B14F-4D97-AF65-F5344CB8AC3E}">
        <p14:creationId xmlns:p14="http://schemas.microsoft.com/office/powerpoint/2010/main" val="388023090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Quote / Dark">
    <p:bg>
      <p:bgPr>
        <a:solidFill>
          <a:srgbClr val="140025"/>
        </a:solidFill>
        <a:effectLst/>
      </p:bgPr>
    </p:bg>
    <p:spTree>
      <p:nvGrpSpPr>
        <p:cNvPr id="1" name=""/>
        <p:cNvGrpSpPr/>
        <p:nvPr/>
      </p:nvGrpSpPr>
      <p:grpSpPr>
        <a:xfrm>
          <a:off x="0" y="0"/>
          <a:ext cx="0" cy="0"/>
          <a:chOff x="0" y="0"/>
          <a:chExt cx="0" cy="0"/>
        </a:xfrm>
      </p:grpSpPr>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1" y="292100"/>
            <a:ext cx="673101" cy="215900"/>
          </a:xfrm>
          <a:prstGeom prst="rect">
            <a:avLst/>
          </a:prstGeom>
        </p:spPr>
      </p:pic>
      <p:sp>
        <p:nvSpPr>
          <p:cNvPr id="9" name="Text Placeholder 22">
            <a:extLst>
              <a:ext uri="{FF2B5EF4-FFF2-40B4-BE49-F238E27FC236}">
                <a16:creationId xmlns:a16="http://schemas.microsoft.com/office/drawing/2014/main" id="{BA107655-FABA-0A78-DECD-D145BCC5F8D6}"/>
              </a:ext>
            </a:extLst>
          </p:cNvPr>
          <p:cNvSpPr>
            <a:spLocks noGrp="1"/>
          </p:cNvSpPr>
          <p:nvPr>
            <p:ph type="body" sz="quarter" idx="136" hasCustomPrompt="1"/>
          </p:nvPr>
        </p:nvSpPr>
        <p:spPr>
          <a:xfrm>
            <a:off x="3311526" y="1233245"/>
            <a:ext cx="8480423" cy="2154436"/>
          </a:xfrm>
          <a:prstGeom prst="rect">
            <a:avLst/>
          </a:prstGeom>
        </p:spPr>
        <p:txBody>
          <a:bodyPr wrap="square" lIns="0" tIns="0" rIns="0" bIns="0" anchor="b">
            <a:spAutoFit/>
          </a:bodyPr>
          <a:lstStyle>
            <a:lvl1pPr marL="0" indent="0">
              <a:lnSpc>
                <a:spcPct val="100000"/>
              </a:lnSpc>
              <a:buNone/>
              <a:defRPr sz="2800">
                <a:solidFill>
                  <a:schemeClr val="bg1"/>
                </a:solidFill>
                <a:latin typeface="+mj-lt"/>
              </a:defRPr>
            </a:lvl1pPr>
          </a:lstStyle>
          <a:p>
            <a:pPr lvl="0"/>
            <a:r>
              <a:rPr lang="en-US"/>
              <a:t>Xebia is a pioneering Software Engineering and IT consultancy company, transforming and executing at the intersection of Domain and Technology to create digital leaders for our people, clients, partners, and communities</a:t>
            </a:r>
          </a:p>
        </p:txBody>
      </p:sp>
      <p:sp>
        <p:nvSpPr>
          <p:cNvPr id="14" name="Picture Placeholder 13">
            <a:extLst>
              <a:ext uri="{FF2B5EF4-FFF2-40B4-BE49-F238E27FC236}">
                <a16:creationId xmlns:a16="http://schemas.microsoft.com/office/drawing/2014/main" id="{D9AC3B1B-FBA0-A50F-E606-88715403B1BB}"/>
              </a:ext>
            </a:extLst>
          </p:cNvPr>
          <p:cNvSpPr>
            <a:spLocks noGrp="1"/>
          </p:cNvSpPr>
          <p:nvPr>
            <p:ph type="pic" sz="quarter" idx="148"/>
          </p:nvPr>
        </p:nvSpPr>
        <p:spPr>
          <a:xfrm>
            <a:off x="416984" y="1378582"/>
            <a:ext cx="633040" cy="633600"/>
          </a:xfrm>
          <a:prstGeom prst="ellipse">
            <a:avLst/>
          </a:prstGeom>
        </p:spPr>
        <p:txBody>
          <a:bodyPr anchor="ctr"/>
          <a:lstStyle>
            <a:lvl1pPr marL="0" indent="0" algn="ctr">
              <a:buNone/>
              <a:defRPr sz="800"/>
            </a:lvl1pPr>
          </a:lstStyle>
          <a:p>
            <a:r>
              <a:rPr lang="en-GB"/>
              <a:t>Click icon to add picture</a:t>
            </a:r>
            <a:endParaRPr lang="en-US"/>
          </a:p>
        </p:txBody>
      </p:sp>
      <p:sp>
        <p:nvSpPr>
          <p:cNvPr id="2" name="Text Placeholder 2">
            <a:extLst>
              <a:ext uri="{FF2B5EF4-FFF2-40B4-BE49-F238E27FC236}">
                <a16:creationId xmlns:a16="http://schemas.microsoft.com/office/drawing/2014/main" id="{7CD236E0-EEBE-1169-41C9-0F312DF14F67}"/>
              </a:ext>
            </a:extLst>
          </p:cNvPr>
          <p:cNvSpPr>
            <a:spLocks noGrp="1"/>
          </p:cNvSpPr>
          <p:nvPr>
            <p:ph type="body" sz="quarter" idx="141"/>
          </p:nvPr>
        </p:nvSpPr>
        <p:spPr>
          <a:xfrm>
            <a:off x="406403" y="2080807"/>
            <a:ext cx="1945215" cy="157992"/>
          </a:xfrm>
          <a:prstGeom prst="rect">
            <a:avLst/>
          </a:prstGeom>
        </p:spPr>
        <p:txBody>
          <a:bodyPr wrap="square" lIns="0" tIns="0" rIns="0" bIns="0">
            <a:spAutoFit/>
          </a:bodyPr>
          <a:lstStyle>
            <a:lvl1pPr marL="0" indent="0">
              <a:lnSpc>
                <a:spcPts val="1387"/>
              </a:lnSpc>
              <a:spcBef>
                <a:spcPts val="933"/>
              </a:spcBef>
              <a:buFontTx/>
              <a:buNone/>
              <a:defRPr sz="800">
                <a:solidFill>
                  <a:schemeClr val="bg1"/>
                </a:solidFill>
              </a:defRPr>
            </a:lvl1pPr>
            <a:lvl2pPr marL="304831" indent="0">
              <a:buFontTx/>
              <a:buNone/>
              <a:defRPr sz="800">
                <a:solidFill>
                  <a:schemeClr val="tx1"/>
                </a:solidFill>
              </a:defRPr>
            </a:lvl2pPr>
            <a:lvl3pPr marL="609660" indent="0">
              <a:buFontTx/>
              <a:buNone/>
              <a:defRPr sz="800">
                <a:solidFill>
                  <a:schemeClr val="tx1"/>
                </a:solidFill>
              </a:defRPr>
            </a:lvl3pPr>
            <a:lvl4pPr marL="914492" indent="0">
              <a:buFontTx/>
              <a:buNone/>
              <a:defRPr sz="800">
                <a:solidFill>
                  <a:schemeClr val="tx1"/>
                </a:solidFill>
              </a:defRPr>
            </a:lvl4pPr>
            <a:lvl5pPr marL="1219322" indent="0">
              <a:buFontTx/>
              <a:buNone/>
              <a:defRPr sz="800">
                <a:solidFill>
                  <a:schemeClr val="tx1"/>
                </a:solidFill>
              </a:defRPr>
            </a:lvl5pPr>
          </a:lstStyle>
          <a:p>
            <a:pPr lvl="0"/>
            <a:r>
              <a:rPr lang="en-GB"/>
              <a:t>Click to edit Master text styles</a:t>
            </a:r>
          </a:p>
        </p:txBody>
      </p:sp>
      <p:cxnSp>
        <p:nvCxnSpPr>
          <p:cNvPr id="4" name="Straight Connector 3">
            <a:extLst>
              <a:ext uri="{FF2B5EF4-FFF2-40B4-BE49-F238E27FC236}">
                <a16:creationId xmlns:a16="http://schemas.microsoft.com/office/drawing/2014/main" id="{00DF5B7D-2B86-4E3D-2BDE-FA9FB02EADBE}"/>
              </a:ext>
            </a:extLst>
          </p:cNvPr>
          <p:cNvCxnSpPr/>
          <p:nvPr userDrawn="1"/>
        </p:nvCxnSpPr>
        <p:spPr>
          <a:xfrm>
            <a:off x="350268" y="698500"/>
            <a:ext cx="11441683" cy="0"/>
          </a:xfrm>
          <a:prstGeom prst="line">
            <a:avLst/>
          </a:prstGeom>
          <a:ln>
            <a:solidFill>
              <a:schemeClr val="bg1">
                <a:alpha val="53000"/>
              </a:schemeClr>
            </a:solidFill>
          </a:ln>
        </p:spPr>
        <p:style>
          <a:lnRef idx="1">
            <a:schemeClr val="accent1"/>
          </a:lnRef>
          <a:fillRef idx="0">
            <a:schemeClr val="accent1"/>
          </a:fillRef>
          <a:effectRef idx="0">
            <a:schemeClr val="accent1"/>
          </a:effectRef>
          <a:fontRef idx="minor">
            <a:schemeClr val="tx1"/>
          </a:fontRef>
        </p:style>
      </p:cxnSp>
      <p:sp>
        <p:nvSpPr>
          <p:cNvPr id="12" name="Slide Number Placeholder 4">
            <a:extLst>
              <a:ext uri="{FF2B5EF4-FFF2-40B4-BE49-F238E27FC236}">
                <a16:creationId xmlns:a16="http://schemas.microsoft.com/office/drawing/2014/main" id="{218A4E75-DE50-C130-DDE0-4B6BC522C97D}"/>
              </a:ext>
            </a:extLst>
          </p:cNvPr>
          <p:cNvSpPr>
            <a:spLocks noGrp="1"/>
          </p:cNvSpPr>
          <p:nvPr>
            <p:ph type="sldNum" sz="quarter" idx="12"/>
          </p:nvPr>
        </p:nvSpPr>
        <p:spPr>
          <a:xfrm>
            <a:off x="10992910" y="6457866"/>
            <a:ext cx="799041" cy="123111"/>
          </a:xfrm>
          <a:prstGeom prst="rect">
            <a:avLst/>
          </a:prstGeom>
        </p:spPr>
        <p:txBody>
          <a:bodyPr wrap="square" lIns="0" tIns="0" rIns="0" bIns="0">
            <a:spAutoFit/>
          </a:bodyPr>
          <a:lstStyle>
            <a:lvl1pPr algn="r">
              <a:defRPr sz="800">
                <a:solidFill>
                  <a:schemeClr val="bg1"/>
                </a:solidFill>
              </a:defRPr>
            </a:lvl1pPr>
          </a:lstStyle>
          <a:p>
            <a:fld id="{C1F56866-D47B-47B9-9D95-BB9706FB23C1}" type="slidenum">
              <a:rPr lang="en-US" smtClean="0"/>
              <a:pPr/>
              <a:t>‹#›</a:t>
            </a:fld>
            <a:endParaRPr lang="en-US"/>
          </a:p>
        </p:txBody>
      </p:sp>
      <p:sp>
        <p:nvSpPr>
          <p:cNvPr id="13" name="Symbol zastępczy stopki 1">
            <a:extLst>
              <a:ext uri="{FF2B5EF4-FFF2-40B4-BE49-F238E27FC236}">
                <a16:creationId xmlns:a16="http://schemas.microsoft.com/office/drawing/2014/main" id="{FBE6CB86-1994-701F-ADE1-95B12E171FDF}"/>
              </a:ext>
            </a:extLst>
          </p:cNvPr>
          <p:cNvSpPr>
            <a:spLocks noGrp="1"/>
          </p:cNvSpPr>
          <p:nvPr>
            <p:ph type="ftr" sz="quarter" idx="3"/>
          </p:nvPr>
        </p:nvSpPr>
        <p:spPr>
          <a:xfrm>
            <a:off x="406402" y="6457866"/>
            <a:ext cx="3673475" cy="123111"/>
          </a:xfrm>
          <a:prstGeom prst="rect">
            <a:avLst/>
          </a:prstGeom>
        </p:spPr>
        <p:txBody>
          <a:bodyPr wrap="square" lIns="0" tIns="0" rIns="0" bIns="0">
            <a:spAutoFit/>
          </a:bodyPr>
          <a:lstStyle>
            <a:lvl1pPr>
              <a:defRPr lang="en-GB" sz="800">
                <a:solidFill>
                  <a:schemeClr val="bg1"/>
                </a:solidFill>
              </a:defRPr>
            </a:lvl1pPr>
          </a:lstStyle>
          <a:p>
            <a:r>
              <a:rPr lang="en-US"/>
              <a:t>Copyright © 2025 Xebia. All rights reserved</a:t>
            </a:r>
          </a:p>
        </p:txBody>
      </p:sp>
      <p:sp>
        <p:nvSpPr>
          <p:cNvPr id="16" name="Text 0">
            <a:extLst>
              <a:ext uri="{FF2B5EF4-FFF2-40B4-BE49-F238E27FC236}">
                <a16:creationId xmlns:a16="http://schemas.microsoft.com/office/drawing/2014/main" id="{12F95AAF-654B-5054-647C-6E7273FD45A4}"/>
              </a:ext>
            </a:extLst>
          </p:cNvPr>
          <p:cNvSpPr>
            <a:spLocks noGrp="1"/>
          </p:cNvSpPr>
          <p:nvPr>
            <p:ph type="body" idx="106" hasCustomPrompt="1"/>
          </p:nvPr>
        </p:nvSpPr>
        <p:spPr>
          <a:xfrm>
            <a:off x="406401" y="408054"/>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bg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Tree>
    <p:extLst>
      <p:ext uri="{BB962C8B-B14F-4D97-AF65-F5344CB8AC3E}">
        <p14:creationId xmlns:p14="http://schemas.microsoft.com/office/powerpoint/2010/main" val="271875668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userDrawn="1">
  <p:cSld name="Blank / Light">
    <p:bg>
      <p:bgPr>
        <a:solidFill>
          <a:srgbClr val="FFFFFF"/>
        </a:solidFill>
        <a:effectLst/>
      </p:bgPr>
    </p:bg>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2BD1E98D-C6A7-1A86-D1DC-18C70ECE6DD7}"/>
              </a:ext>
            </a:extLst>
          </p:cNvPr>
          <p:cNvSpPr>
            <a:spLocks noGrp="1"/>
          </p:cNvSpPr>
          <p:nvPr>
            <p:ph type="body" idx="106" hasCustomPrompt="1"/>
          </p:nvPr>
        </p:nvSpPr>
        <p:spPr>
          <a:xfrm>
            <a:off x="406400" y="408054"/>
            <a:ext cx="7513108"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pic>
        <p:nvPicPr>
          <p:cNvPr id="3" name="Xebia" descr="preencoded.png">
            <a:extLst>
              <a:ext uri="{FF2B5EF4-FFF2-40B4-BE49-F238E27FC236}">
                <a16:creationId xmlns:a16="http://schemas.microsoft.com/office/drawing/2014/main" id="{7D652B89-16D3-A81D-A924-8E3B84071E3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cxnSp>
        <p:nvCxnSpPr>
          <p:cNvPr id="141" name="Straight Connector 140">
            <a:extLst>
              <a:ext uri="{FF2B5EF4-FFF2-40B4-BE49-F238E27FC236}">
                <a16:creationId xmlns:a16="http://schemas.microsoft.com/office/drawing/2014/main" id="{BA2C4591-EAE8-5F38-8D57-8D069553CBC7}"/>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Slide Number Placeholder 4">
            <a:extLst>
              <a:ext uri="{FF2B5EF4-FFF2-40B4-BE49-F238E27FC236}">
                <a16:creationId xmlns:a16="http://schemas.microsoft.com/office/drawing/2014/main" id="{022DD7D2-2E6F-65F9-2D7E-EF0C1A6F1EEA}"/>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4" name="Title 9">
            <a:extLst>
              <a:ext uri="{FF2B5EF4-FFF2-40B4-BE49-F238E27FC236}">
                <a16:creationId xmlns:a16="http://schemas.microsoft.com/office/drawing/2014/main" id="{C7CD3809-B795-A666-BD74-62300D64F047}"/>
              </a:ext>
            </a:extLst>
          </p:cNvPr>
          <p:cNvSpPr>
            <a:spLocks noGrp="1"/>
          </p:cNvSpPr>
          <p:nvPr>
            <p:ph type="title" hasCustomPrompt="1"/>
          </p:nvPr>
        </p:nvSpPr>
        <p:spPr>
          <a:xfrm>
            <a:off x="407459" y="919056"/>
            <a:ext cx="7512000" cy="369332"/>
          </a:xfrm>
          <a:prstGeom prst="rect">
            <a:avLst/>
          </a:prstGeom>
        </p:spPr>
        <p:txBody>
          <a:bodyPr wrap="square" lIns="0" tIns="0" rIns="0" bIns="0" anchor="t">
            <a:spAutoFit/>
          </a:bodyPr>
          <a:lstStyle>
            <a:lvl1pPr algn="l">
              <a:defRPr lang="en-US" sz="2400" dirty="0">
                <a:ea typeface="+mn-ea"/>
                <a:cs typeface="+mn-cs"/>
              </a:defRPr>
            </a:lvl1pPr>
          </a:lstStyle>
          <a:p>
            <a:pPr marL="0" marR="0" lvl="0" indent="0" fontAlgn="auto">
              <a:lnSpc>
                <a:spcPct val="100000"/>
              </a:lnSpc>
              <a:spcBef>
                <a:spcPts val="0"/>
              </a:spcBef>
              <a:spcAft>
                <a:spcPts val="600"/>
              </a:spcAft>
              <a:tabLst/>
            </a:pPr>
            <a:r>
              <a:rPr lang="en-US" noProof="0"/>
              <a:t>Click to edit master title style</a:t>
            </a:r>
            <a:endParaRPr lang="en-US"/>
          </a:p>
        </p:txBody>
      </p:sp>
      <p:sp>
        <p:nvSpPr>
          <p:cNvPr id="10" name="Symbol zastępczy stopki 1">
            <a:extLst>
              <a:ext uri="{FF2B5EF4-FFF2-40B4-BE49-F238E27FC236}">
                <a16:creationId xmlns:a16="http://schemas.microsoft.com/office/drawing/2014/main" id="{6EFA064F-CFBB-09FE-B82B-164C527D772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lvl1pPr>
          </a:lstStyle>
          <a:p>
            <a:r>
              <a:rPr lang="en-US"/>
              <a:t>Copyright © 2025 Xebia. All rights reserved</a:t>
            </a:r>
          </a:p>
        </p:txBody>
      </p:sp>
    </p:spTree>
    <p:extLst>
      <p:ext uri="{BB962C8B-B14F-4D97-AF65-F5344CB8AC3E}">
        <p14:creationId xmlns:p14="http://schemas.microsoft.com/office/powerpoint/2010/main" val="203636105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1_Intro 01">
    <p:bg>
      <p:bgRef idx="1001">
        <a:schemeClr val="bg1"/>
      </p:bgRef>
    </p:bg>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608D89D3-9418-5FFE-0213-3AB34E69F3A5}"/>
              </a:ext>
            </a:extLst>
          </p:cNvPr>
          <p:cNvSpPr/>
          <p:nvPr userDrawn="1"/>
        </p:nvSpPr>
        <p:spPr>
          <a:xfrm>
            <a:off x="8112125" y="901698"/>
            <a:ext cx="3679824" cy="5365665"/>
          </a:xfrm>
          <a:prstGeom prst="roundRect">
            <a:avLst>
              <a:gd name="adj" fmla="val 960"/>
            </a:avLst>
          </a:prstGeom>
          <a:solidFill>
            <a:srgbClr val="150026"/>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2" name="Xebia" descr="preencoded.png">
            <a:extLst>
              <a:ext uri="{FF2B5EF4-FFF2-40B4-BE49-F238E27FC236}">
                <a16:creationId xmlns:a16="http://schemas.microsoft.com/office/drawing/2014/main" id="{23AB0DDA-E341-A60B-77FA-C291FC0BD32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11112500" y="292100"/>
            <a:ext cx="673101" cy="215900"/>
          </a:xfrm>
          <a:prstGeom prst="rect">
            <a:avLst/>
          </a:prstGeom>
        </p:spPr>
      </p:pic>
      <p:pic>
        <p:nvPicPr>
          <p:cNvPr id="3" name="Line 14" descr="preencoded.png">
            <a:extLst>
              <a:ext uri="{FF2B5EF4-FFF2-40B4-BE49-F238E27FC236}">
                <a16:creationId xmlns:a16="http://schemas.microsoft.com/office/drawing/2014/main" id="{560300F8-41ED-CBFC-3171-ACD3C3396C20}"/>
              </a:ext>
            </a:extLst>
          </p:cNvPr>
          <p:cNvPicPr preferRelativeResize="0">
            <a:picLocks/>
          </p:cNvPicPr>
          <p:nvPr userDrawn="1"/>
        </p:nvPicPr>
        <p:blipFill>
          <a:blip r:embed="rId4"/>
          <a:srcRect/>
          <a:stretch/>
        </p:blipFill>
        <p:spPr>
          <a:xfrm>
            <a:off x="406400" y="526699"/>
            <a:ext cx="0" cy="2400"/>
          </a:xfrm>
          <a:prstGeom prst="rect">
            <a:avLst/>
          </a:prstGeom>
          <a:noFill/>
        </p:spPr>
      </p:pic>
      <p:sp>
        <p:nvSpPr>
          <p:cNvPr id="16" name="Text Placeholder 2">
            <a:extLst>
              <a:ext uri="{FF2B5EF4-FFF2-40B4-BE49-F238E27FC236}">
                <a16:creationId xmlns:a16="http://schemas.microsoft.com/office/drawing/2014/main" id="{D8372643-3B7C-6294-FD18-89DDF20FE750}"/>
              </a:ext>
            </a:extLst>
          </p:cNvPr>
          <p:cNvSpPr>
            <a:spLocks noGrp="1"/>
          </p:cNvSpPr>
          <p:nvPr>
            <p:ph type="body" sz="quarter" idx="147" hasCustomPrompt="1"/>
          </p:nvPr>
        </p:nvSpPr>
        <p:spPr>
          <a:xfrm>
            <a:off x="406400" y="2129101"/>
            <a:ext cx="7514167" cy="2597798"/>
          </a:xfrm>
          <a:prstGeom prst="rect">
            <a:avLst/>
          </a:prstGeom>
        </p:spPr>
        <p:txBody>
          <a:bodyPr wrap="square" lIns="0" tIns="0" rIns="0" bIns="0" numCol="2" spcCol="332640" anchor="t">
            <a:noAutofit/>
          </a:bodyPr>
          <a:lstStyle>
            <a:lvl1pPr marL="0" marR="0" indent="0" algn="l" defTabSz="609630" rtl="0" eaLnBrk="1" fontAlgn="auto" latinLnBrk="0" hangingPunct="1">
              <a:lnSpc>
                <a:spcPts val="1387"/>
              </a:lnSpc>
              <a:spcBef>
                <a:spcPts val="933"/>
              </a:spcBef>
              <a:spcAft>
                <a:spcPts val="0"/>
              </a:spcAft>
              <a:buClrTx/>
              <a:buSzTx/>
              <a:buFontTx/>
              <a:buNone/>
              <a:tabLst/>
              <a:defRPr sz="1067">
                <a:solidFill>
                  <a:schemeClr val="tx1"/>
                </a:solidFill>
              </a:defRPr>
            </a:lvl1pPr>
            <a:lvl2pPr marL="304815" indent="0">
              <a:buFontTx/>
              <a:buNone/>
              <a:defRPr sz="1200">
                <a:solidFill>
                  <a:schemeClr val="tx1"/>
                </a:solidFill>
              </a:defRPr>
            </a:lvl2pPr>
            <a:lvl3pPr marL="609630" indent="0">
              <a:buFontTx/>
              <a:buNone/>
              <a:defRPr sz="1200">
                <a:solidFill>
                  <a:schemeClr val="tx1"/>
                </a:solidFill>
              </a:defRPr>
            </a:lvl3pPr>
            <a:lvl4pPr marL="914446" indent="0">
              <a:buFontTx/>
              <a:buNone/>
              <a:defRPr sz="1200">
                <a:solidFill>
                  <a:schemeClr val="tx1"/>
                </a:solidFill>
              </a:defRPr>
            </a:lvl4pPr>
            <a:lvl5pPr marL="1219261" indent="0">
              <a:buFontTx/>
              <a:buNone/>
              <a:defRPr sz="1200">
                <a:solidFill>
                  <a:schemeClr val="tx1"/>
                </a:solidFill>
              </a:defRPr>
            </a:lvl5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a:t>
            </a:r>
          </a:p>
          <a:p>
            <a:pPr marL="0" marR="0" lvl="0" indent="0" algn="l" defTabSz="609630" rtl="0" eaLnBrk="1" fontAlgn="auto" latinLnBrk="0" hangingPunct="1">
              <a:lnSpc>
                <a:spcPts val="1387"/>
              </a:lnSpc>
              <a:spcBef>
                <a:spcPts val="933"/>
              </a:spcBef>
              <a:spcAft>
                <a:spcPts val="0"/>
              </a:spcAft>
              <a:buClrTx/>
              <a:buSzTx/>
              <a:buFontTx/>
              <a:buNone/>
              <a:tabLst/>
              <a:defRPr/>
            </a:pPr>
            <a:r>
              <a:rPr lang="en-US"/>
              <a:t>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 Lorem ipsum dolor sit </a:t>
            </a:r>
            <a:r>
              <a:rPr lang="en-US" err="1"/>
              <a:t>amet</a:t>
            </a:r>
            <a:r>
              <a:rPr lang="en-US"/>
              <a:t> </a:t>
            </a:r>
            <a:r>
              <a:rPr lang="en-US" err="1"/>
              <a:t>consectetur</a:t>
            </a:r>
            <a:r>
              <a:rPr lang="en-US"/>
              <a:t> </a:t>
            </a:r>
            <a:r>
              <a:rPr lang="en-US" err="1"/>
              <a:t>adipiscing</a:t>
            </a:r>
            <a:r>
              <a:rPr lang="en-US"/>
              <a:t> </a:t>
            </a:r>
            <a:r>
              <a:rPr lang="en-US" err="1"/>
              <a:t>elit</a:t>
            </a:r>
            <a:r>
              <a:rPr lang="en-US"/>
              <a:t>. </a:t>
            </a:r>
            <a:r>
              <a:rPr lang="en-US" err="1"/>
              <a:t>Quisque</a:t>
            </a:r>
            <a:r>
              <a:rPr lang="en-US"/>
              <a:t> </a:t>
            </a:r>
            <a:r>
              <a:rPr lang="en-US" err="1"/>
              <a:t>faucibus</a:t>
            </a:r>
            <a:r>
              <a:rPr lang="en-US"/>
              <a:t> ex </a:t>
            </a:r>
            <a:r>
              <a:rPr lang="en-US" err="1"/>
              <a:t>sapien</a:t>
            </a:r>
            <a:r>
              <a:rPr lang="en-US"/>
              <a:t> vitae </a:t>
            </a:r>
            <a:r>
              <a:rPr lang="en-US" err="1"/>
              <a:t>pellentesque</a:t>
            </a:r>
            <a:r>
              <a:rPr lang="en-US"/>
              <a:t> </a:t>
            </a:r>
            <a:r>
              <a:rPr lang="en-US" err="1"/>
              <a:t>sem</a:t>
            </a:r>
            <a:r>
              <a:rPr lang="en-US"/>
              <a:t> </a:t>
            </a:r>
            <a:r>
              <a:rPr lang="en-US" err="1"/>
              <a:t>placerat</a:t>
            </a:r>
            <a:r>
              <a:rPr lang="en-US"/>
              <a:t>. In id cursus mi </a:t>
            </a:r>
            <a:r>
              <a:rPr lang="en-US" err="1"/>
              <a:t>pretium</a:t>
            </a:r>
            <a:r>
              <a:rPr lang="en-US"/>
              <a:t> </a:t>
            </a:r>
            <a:r>
              <a:rPr lang="en-US" err="1"/>
              <a:t>tellus</a:t>
            </a:r>
            <a:r>
              <a:rPr lang="en-US"/>
              <a:t> </a:t>
            </a:r>
            <a:r>
              <a:rPr lang="en-US" err="1"/>
              <a:t>duis</a:t>
            </a:r>
            <a:r>
              <a:rPr lang="en-US"/>
              <a:t> convallis. Tempus </a:t>
            </a:r>
            <a:r>
              <a:rPr lang="en-US" err="1"/>
              <a:t>leo</a:t>
            </a:r>
            <a:r>
              <a:rPr lang="en-US"/>
              <a:t> </a:t>
            </a:r>
            <a:r>
              <a:rPr lang="en-US" err="1"/>
              <a:t>eu</a:t>
            </a:r>
            <a:r>
              <a:rPr lang="en-US"/>
              <a:t> </a:t>
            </a:r>
            <a:r>
              <a:rPr lang="en-US" err="1"/>
              <a:t>aenean</a:t>
            </a:r>
            <a:r>
              <a:rPr lang="en-US"/>
              <a:t> sed diam </a:t>
            </a:r>
            <a:r>
              <a:rPr lang="en-US" err="1"/>
              <a:t>urna</a:t>
            </a:r>
            <a:r>
              <a:rPr lang="en-US"/>
              <a:t> </a:t>
            </a:r>
            <a:r>
              <a:rPr lang="en-US" err="1"/>
              <a:t>tempor</a:t>
            </a:r>
            <a:r>
              <a:rPr lang="en-US"/>
              <a:t>. Pulvinar </a:t>
            </a:r>
            <a:r>
              <a:rPr lang="en-US" err="1"/>
              <a:t>vivamus</a:t>
            </a:r>
            <a:r>
              <a:rPr lang="en-US"/>
              <a:t> </a:t>
            </a:r>
            <a:r>
              <a:rPr lang="en-US" err="1"/>
              <a:t>fringilla</a:t>
            </a:r>
            <a:r>
              <a:rPr lang="en-US"/>
              <a:t> </a:t>
            </a:r>
            <a:r>
              <a:rPr lang="en-US" err="1"/>
              <a:t>lacus</a:t>
            </a:r>
            <a:r>
              <a:rPr lang="en-US"/>
              <a:t> </a:t>
            </a:r>
            <a:r>
              <a:rPr lang="en-US" err="1"/>
              <a:t>nec</a:t>
            </a:r>
            <a:r>
              <a:rPr lang="en-US"/>
              <a:t> </a:t>
            </a:r>
            <a:r>
              <a:rPr lang="en-US" err="1"/>
              <a:t>metus</a:t>
            </a:r>
            <a:r>
              <a:rPr lang="en-US"/>
              <a:t> </a:t>
            </a:r>
            <a:r>
              <a:rPr lang="en-US" err="1"/>
              <a:t>bibendum</a:t>
            </a:r>
            <a:r>
              <a:rPr lang="en-US"/>
              <a:t> </a:t>
            </a:r>
            <a:r>
              <a:rPr lang="en-US" err="1"/>
              <a:t>egestas</a:t>
            </a:r>
            <a:r>
              <a:rPr lang="en-US"/>
              <a:t>. </a:t>
            </a:r>
            <a:r>
              <a:rPr lang="en-US" err="1"/>
              <a:t>Iaculis</a:t>
            </a:r>
            <a:r>
              <a:rPr lang="en-US"/>
              <a:t> </a:t>
            </a:r>
            <a:r>
              <a:rPr lang="en-US" err="1"/>
              <a:t>massa</a:t>
            </a:r>
            <a:r>
              <a:rPr lang="en-US"/>
              <a:t> </a:t>
            </a:r>
            <a:r>
              <a:rPr lang="en-US" err="1"/>
              <a:t>nisl</a:t>
            </a:r>
            <a:r>
              <a:rPr lang="en-US"/>
              <a:t> </a:t>
            </a:r>
            <a:r>
              <a:rPr lang="en-US" err="1"/>
              <a:t>malesuada</a:t>
            </a:r>
            <a:r>
              <a:rPr lang="en-US"/>
              <a:t> lacinia integer </a:t>
            </a:r>
            <a:r>
              <a:rPr lang="en-US" err="1"/>
              <a:t>nunc</a:t>
            </a:r>
            <a:r>
              <a:rPr lang="en-US"/>
              <a:t> </a:t>
            </a:r>
            <a:r>
              <a:rPr lang="en-US" err="1"/>
              <a:t>posuere</a:t>
            </a:r>
            <a:r>
              <a:rPr lang="en-US"/>
              <a:t>. Ut </a:t>
            </a:r>
            <a:r>
              <a:rPr lang="en-US" err="1"/>
              <a:t>hendrerit</a:t>
            </a:r>
            <a:r>
              <a:rPr lang="en-US"/>
              <a:t> semper vel class </a:t>
            </a:r>
            <a:r>
              <a:rPr lang="en-US" err="1"/>
              <a:t>aptent</a:t>
            </a:r>
            <a:r>
              <a:rPr lang="en-US"/>
              <a:t> </a:t>
            </a:r>
            <a:r>
              <a:rPr lang="en-US" err="1"/>
              <a:t>taciti</a:t>
            </a:r>
            <a:r>
              <a:rPr lang="en-US"/>
              <a:t> </a:t>
            </a:r>
            <a:r>
              <a:rPr lang="en-US" err="1"/>
              <a:t>sociosqu</a:t>
            </a:r>
            <a:r>
              <a:rPr lang="en-US"/>
              <a:t>. Ad </a:t>
            </a:r>
            <a:r>
              <a:rPr lang="en-US" err="1"/>
              <a:t>litora</a:t>
            </a:r>
            <a:r>
              <a:rPr lang="en-US"/>
              <a:t> </a:t>
            </a:r>
            <a:r>
              <a:rPr lang="en-US" err="1"/>
              <a:t>torquent</a:t>
            </a:r>
            <a:r>
              <a:rPr lang="en-US"/>
              <a:t> per </a:t>
            </a:r>
            <a:r>
              <a:rPr lang="en-US" err="1"/>
              <a:t>conubia</a:t>
            </a:r>
            <a:r>
              <a:rPr lang="en-US"/>
              <a:t> nostra </a:t>
            </a:r>
            <a:r>
              <a:rPr lang="en-US" err="1"/>
              <a:t>inceptos</a:t>
            </a:r>
            <a:r>
              <a:rPr lang="en-US"/>
              <a:t> </a:t>
            </a:r>
            <a:r>
              <a:rPr lang="en-US" err="1"/>
              <a:t>himenaeos</a:t>
            </a:r>
            <a:r>
              <a:rPr lang="en-US"/>
              <a:t>.</a:t>
            </a:r>
          </a:p>
          <a:p>
            <a:pPr lvl="0"/>
            <a:endParaRPr lang="en-US"/>
          </a:p>
          <a:p>
            <a:pPr lvl="0"/>
            <a:endParaRPr lang="en-US"/>
          </a:p>
        </p:txBody>
      </p:sp>
      <p:sp>
        <p:nvSpPr>
          <p:cNvPr id="7" name="Text Placeholder 2">
            <a:extLst>
              <a:ext uri="{FF2B5EF4-FFF2-40B4-BE49-F238E27FC236}">
                <a16:creationId xmlns:a16="http://schemas.microsoft.com/office/drawing/2014/main" id="{C4AF30B4-85EB-A1D4-4010-2C61122E8753}"/>
              </a:ext>
            </a:extLst>
          </p:cNvPr>
          <p:cNvSpPr>
            <a:spLocks noGrp="1"/>
          </p:cNvSpPr>
          <p:nvPr>
            <p:ph type="body" sz="quarter" idx="158"/>
          </p:nvPr>
        </p:nvSpPr>
        <p:spPr>
          <a:xfrm>
            <a:off x="8310563" y="5417693"/>
            <a:ext cx="3282950" cy="165772"/>
          </a:xfrm>
          <a:prstGeom prst="rect">
            <a:avLst/>
          </a:prstGeom>
        </p:spPr>
        <p:txBody>
          <a:bodyPr wrap="square" lIns="0" tIns="0" rIns="0" bIns="0" anchor="b">
            <a:spAutoFit/>
          </a:bodyPr>
          <a:lstStyle>
            <a:lvl1pPr marL="0" indent="0">
              <a:lnSpc>
                <a:spcPts val="1387"/>
              </a:lnSpc>
              <a:spcBef>
                <a:spcPts val="933"/>
              </a:spcBef>
              <a:buFontTx/>
              <a:buNone/>
              <a:defRPr sz="1067">
                <a:solidFill>
                  <a:schemeClr val="bg1"/>
                </a:solidFill>
              </a:defRPr>
            </a:lvl1pPr>
            <a:lvl2pPr marL="304815" indent="0">
              <a:buFontTx/>
              <a:buNone/>
              <a:defRPr sz="1200">
                <a:solidFill>
                  <a:schemeClr val="tx1"/>
                </a:solidFill>
              </a:defRPr>
            </a:lvl2pPr>
            <a:lvl3pPr marL="609630" indent="0">
              <a:buFontTx/>
              <a:buNone/>
              <a:defRPr sz="1200">
                <a:solidFill>
                  <a:schemeClr val="tx1"/>
                </a:solidFill>
              </a:defRPr>
            </a:lvl3pPr>
            <a:lvl4pPr marL="914446" indent="0">
              <a:buFontTx/>
              <a:buNone/>
              <a:defRPr sz="1200">
                <a:solidFill>
                  <a:schemeClr val="tx1"/>
                </a:solidFill>
              </a:defRPr>
            </a:lvl4pPr>
            <a:lvl5pPr marL="1219261" indent="0">
              <a:buFontTx/>
              <a:buNone/>
              <a:defRPr sz="1200">
                <a:solidFill>
                  <a:schemeClr val="tx1"/>
                </a:solidFill>
              </a:defRPr>
            </a:lvl5pPr>
          </a:lstStyle>
          <a:p>
            <a:pPr lvl="0"/>
            <a:r>
              <a:rPr lang="en-GB"/>
              <a:t>Click to edit Master text styles</a:t>
            </a:r>
          </a:p>
        </p:txBody>
      </p:sp>
      <p:sp>
        <p:nvSpPr>
          <p:cNvPr id="11" name="Text Placeholder 22">
            <a:extLst>
              <a:ext uri="{FF2B5EF4-FFF2-40B4-BE49-F238E27FC236}">
                <a16:creationId xmlns:a16="http://schemas.microsoft.com/office/drawing/2014/main" id="{C7D90C75-4BCC-B42C-6837-2A69D363147E}"/>
              </a:ext>
            </a:extLst>
          </p:cNvPr>
          <p:cNvSpPr>
            <a:spLocks noGrp="1"/>
          </p:cNvSpPr>
          <p:nvPr>
            <p:ph type="body" sz="quarter" idx="136" hasCustomPrompt="1"/>
          </p:nvPr>
        </p:nvSpPr>
        <p:spPr>
          <a:xfrm>
            <a:off x="406400" y="913510"/>
            <a:ext cx="7514167" cy="470214"/>
          </a:xfrm>
          <a:prstGeom prst="rect">
            <a:avLst/>
          </a:prstGeom>
        </p:spPr>
        <p:txBody>
          <a:bodyPr wrap="square" lIns="0" tIns="0" rIns="0" bIns="0" anchor="t">
            <a:spAutoFit/>
          </a:bodyPr>
          <a:lstStyle>
            <a:lvl1pPr marL="0" indent="0">
              <a:lnSpc>
                <a:spcPts val="3654"/>
              </a:lnSpc>
              <a:buNone/>
              <a:defRPr sz="3200">
                <a:latin typeface="+mj-lt"/>
              </a:defRPr>
            </a:lvl1pPr>
          </a:lstStyle>
          <a:p>
            <a:pPr lvl="0"/>
            <a:r>
              <a:rPr lang="en-US"/>
              <a:t>Click to edit master title style</a:t>
            </a:r>
          </a:p>
        </p:txBody>
      </p:sp>
      <p:sp>
        <p:nvSpPr>
          <p:cNvPr id="13" name="Picture Placeholder 8">
            <a:extLst>
              <a:ext uri="{FF2B5EF4-FFF2-40B4-BE49-F238E27FC236}">
                <a16:creationId xmlns:a16="http://schemas.microsoft.com/office/drawing/2014/main" id="{EC83104C-BCB2-B66E-29C5-6CD4E89035A0}"/>
              </a:ext>
            </a:extLst>
          </p:cNvPr>
          <p:cNvSpPr>
            <a:spLocks noGrp="1"/>
          </p:cNvSpPr>
          <p:nvPr>
            <p:ph type="pic" sz="quarter" idx="163"/>
          </p:nvPr>
        </p:nvSpPr>
        <p:spPr>
          <a:xfrm>
            <a:off x="8307387" y="1056497"/>
            <a:ext cx="3289300" cy="2286000"/>
          </a:xfrm>
          <a:prstGeom prst="roundRect">
            <a:avLst>
              <a:gd name="adj" fmla="val 1472"/>
            </a:avLst>
          </a:prstGeom>
          <a:noFill/>
          <a:ln>
            <a:noFill/>
          </a:ln>
        </p:spPr>
        <p:style>
          <a:lnRef idx="2">
            <a:schemeClr val="dk1"/>
          </a:lnRef>
          <a:fillRef idx="1">
            <a:schemeClr val="lt1"/>
          </a:fillRef>
          <a:effectRef idx="0">
            <a:schemeClr val="dk1"/>
          </a:effectRef>
          <a:fontRef idx="minor">
            <a:schemeClr val="dk1"/>
          </a:fontRef>
        </p:style>
        <p:txBody>
          <a:bodyPr/>
          <a:lstStyle>
            <a:lvl1pPr>
              <a:defRPr lang="en-US" sz="800">
                <a:solidFill>
                  <a:schemeClr val="bg1"/>
                </a:solidFill>
              </a:defRPr>
            </a:lvl1pPr>
          </a:lstStyle>
          <a:p>
            <a:pPr marL="0" lvl="0" indent="0">
              <a:buNone/>
            </a:pPr>
            <a:r>
              <a:rPr lang="en-GB"/>
              <a:t>Click icon to add picture</a:t>
            </a:r>
            <a:endParaRPr lang="en-US"/>
          </a:p>
        </p:txBody>
      </p:sp>
      <p:cxnSp>
        <p:nvCxnSpPr>
          <p:cNvPr id="8" name="Straight Connector 7">
            <a:extLst>
              <a:ext uri="{FF2B5EF4-FFF2-40B4-BE49-F238E27FC236}">
                <a16:creationId xmlns:a16="http://schemas.microsoft.com/office/drawing/2014/main" id="{E37D7387-1543-C4E3-141C-4CC1DF7FA95C}"/>
              </a:ext>
            </a:extLst>
          </p:cNvPr>
          <p:cNvCxnSpPr>
            <a:cxnSpLocks/>
          </p:cNvCxnSpPr>
          <p:nvPr userDrawn="1"/>
        </p:nvCxnSpPr>
        <p:spPr>
          <a:xfrm>
            <a:off x="407459" y="698500"/>
            <a:ext cx="1138449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0">
            <a:extLst>
              <a:ext uri="{FF2B5EF4-FFF2-40B4-BE49-F238E27FC236}">
                <a16:creationId xmlns:a16="http://schemas.microsoft.com/office/drawing/2014/main" id="{809BACA3-2E0A-39F6-130F-D5AE7D77E2DE}"/>
              </a:ext>
            </a:extLst>
          </p:cNvPr>
          <p:cNvSpPr>
            <a:spLocks noGrp="1"/>
          </p:cNvSpPr>
          <p:nvPr>
            <p:ph type="body" idx="106" hasCustomPrompt="1"/>
          </p:nvPr>
        </p:nvSpPr>
        <p:spPr>
          <a:xfrm>
            <a:off x="406400" y="408053"/>
            <a:ext cx="7514167" cy="232628"/>
          </a:xfrm>
          <a:prstGeom prst="rect">
            <a:avLst/>
          </a:prstGeom>
          <a:noFill/>
          <a:ln/>
        </p:spPr>
        <p:txBody>
          <a:bodyPr wrap="square" lIns="0" tIns="0" rIns="0" bIns="0" rtlCol="0" anchor="t">
            <a:spAutoFit/>
          </a:bodyPr>
          <a:lstStyle>
            <a:lvl1pPr marL="0" indent="0" algn="l">
              <a:lnSpc>
                <a:spcPts val="1400"/>
              </a:lnSpc>
              <a:buNone/>
              <a:defRPr lang="en-US" sz="1000" b="0" i="0" kern="0" spc="0" dirty="0">
                <a:solidFill>
                  <a:schemeClr val="tx1"/>
                </a:solidFill>
                <a:latin typeface="+mn-lt"/>
                <a:ea typeface="Arial" panose="020B0604020202020204" pitchFamily="34" charset="0"/>
                <a:cs typeface="Arial" panose="020B0604020202020204" pitchFamily="34" charset="0"/>
              </a:defRPr>
            </a:lvl1pPr>
          </a:lstStyle>
          <a:p>
            <a:pPr marL="0" indent="0" algn="l">
              <a:lnSpc>
                <a:spcPts val="2100"/>
              </a:lnSpc>
              <a:buNone/>
            </a:pPr>
            <a:r>
              <a:rPr lang="en-US" sz="1050"/>
              <a:t>[DD/MM/YYYY] • [Speaker Name] • [Presentation Title]</a:t>
            </a:r>
          </a:p>
        </p:txBody>
      </p:sp>
      <p:sp>
        <p:nvSpPr>
          <p:cNvPr id="4" name="Slide Number Placeholder 4">
            <a:extLst>
              <a:ext uri="{FF2B5EF4-FFF2-40B4-BE49-F238E27FC236}">
                <a16:creationId xmlns:a16="http://schemas.microsoft.com/office/drawing/2014/main" id="{25302047-ABAD-0CD7-8E86-1057A5595EFB}"/>
              </a:ext>
            </a:extLst>
          </p:cNvPr>
          <p:cNvSpPr>
            <a:spLocks noGrp="1"/>
          </p:cNvSpPr>
          <p:nvPr>
            <p:ph type="sldNum" sz="quarter" idx="12"/>
          </p:nvPr>
        </p:nvSpPr>
        <p:spPr>
          <a:xfrm>
            <a:off x="10992909" y="6457865"/>
            <a:ext cx="799041" cy="123111"/>
          </a:xfrm>
          <a:prstGeom prst="rect">
            <a:avLst/>
          </a:prstGeom>
        </p:spPr>
        <p:txBody>
          <a:bodyPr wrap="square"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5" name="Symbol zastępczy stopki 1">
            <a:extLst>
              <a:ext uri="{FF2B5EF4-FFF2-40B4-BE49-F238E27FC236}">
                <a16:creationId xmlns:a16="http://schemas.microsoft.com/office/drawing/2014/main" id="{BC270ADE-93B0-C3AD-86D2-FBED009528C0}"/>
              </a:ext>
            </a:extLst>
          </p:cNvPr>
          <p:cNvSpPr>
            <a:spLocks noGrp="1"/>
          </p:cNvSpPr>
          <p:nvPr>
            <p:ph type="ftr" sz="quarter" idx="3"/>
          </p:nvPr>
        </p:nvSpPr>
        <p:spPr>
          <a:xfrm>
            <a:off x="406401" y="6457865"/>
            <a:ext cx="3673475" cy="123111"/>
          </a:xfrm>
          <a:prstGeom prst="rect">
            <a:avLst/>
          </a:prstGeom>
        </p:spPr>
        <p:txBody>
          <a:bodyPr wrap="square" lIns="0" tIns="0" rIns="0" bIns="0">
            <a:spAutoFit/>
          </a:bodyPr>
          <a:lstStyle>
            <a:lvl1pPr>
              <a:defRPr lang="en-GB" sz="800">
                <a:solidFill>
                  <a:schemeClr val="tx1"/>
                </a:solidFill>
              </a:defRPr>
            </a:lvl1pPr>
          </a:lstStyle>
          <a:p>
            <a:r>
              <a:rPr lang="en-US"/>
              <a:t>Copyright © 2025 Xebia. All rights reserved</a:t>
            </a:r>
          </a:p>
        </p:txBody>
      </p:sp>
    </p:spTree>
    <p:extLst>
      <p:ext uri="{BB962C8B-B14F-4D97-AF65-F5344CB8AC3E}">
        <p14:creationId xmlns:p14="http://schemas.microsoft.com/office/powerpoint/2010/main" val="3683787020"/>
      </p:ext>
    </p:extLst>
  </p:cSld>
  <p:clrMapOvr>
    <a:masterClrMapping/>
  </p:clrMapOvr>
  <p:extLst>
    <p:ext uri="{DCECCB84-F9BA-43D5-87BE-67443E8EF086}">
      <p15:sldGuideLst xmlns:p15="http://schemas.microsoft.com/office/powerpoint/2012/main">
        <p15:guide id="1" orient="horz" pos="382">
          <p15:clr>
            <a:srgbClr val="A4A3A4"/>
          </p15:clr>
        </p15:guide>
        <p15:guide id="2" pos="6758">
          <p15:clr>
            <a:srgbClr val="C35EA4"/>
          </p15:clr>
        </p15:guide>
        <p15:guide id="3" pos="5851">
          <p15:clr>
            <a:srgbClr val="C35EA4"/>
          </p15:clr>
        </p15:guide>
        <p15:guide id="4" pos="5669">
          <p15:clr>
            <a:srgbClr val="C35EA4"/>
          </p15:clr>
        </p15:guide>
        <p15:guide id="5" pos="6576">
          <p15:clr>
            <a:srgbClr val="C35EA4"/>
          </p15:clr>
        </p15:guide>
        <p15:guide id="6" pos="4944">
          <p15:clr>
            <a:srgbClr val="C35EA4"/>
          </p15:clr>
        </p15:guide>
        <p15:guide id="7" pos="4762">
          <p15:clr>
            <a:srgbClr val="C35EA4"/>
          </p15:clr>
        </p15:guide>
        <p15:guide id="9" pos="7484">
          <p15:clr>
            <a:srgbClr val="C35EA4"/>
          </p15:clr>
        </p15:guide>
        <p15:guide id="11" pos="7665">
          <p15:clr>
            <a:srgbClr val="C35EA4"/>
          </p15:clr>
        </p15:guide>
        <p15:guide id="12" pos="8391">
          <p15:clr>
            <a:srgbClr val="C35EA4"/>
          </p15:clr>
        </p15:guide>
        <p15:guide id="13" pos="3129">
          <p15:clr>
            <a:srgbClr val="C35EA4"/>
          </p15:clr>
        </p15:guide>
        <p15:guide id="14" pos="2948">
          <p15:clr>
            <a:srgbClr val="C35EA4"/>
          </p15:clr>
        </p15:guide>
        <p15:guide id="15" pos="8572">
          <p15:clr>
            <a:srgbClr val="C35EA4"/>
          </p15:clr>
        </p15:guide>
        <p15:guide id="16" pos="9298">
          <p15:clr>
            <a:srgbClr val="C35EA4"/>
          </p15:clr>
        </p15:guide>
        <p15:guide id="18" pos="2041">
          <p15:clr>
            <a:srgbClr val="C35EA4"/>
          </p15:clr>
        </p15:guide>
        <p15:guide id="19" pos="9479">
          <p15:clr>
            <a:srgbClr val="C35EA4"/>
          </p15:clr>
        </p15:guide>
        <p15:guide id="20" pos="10205">
          <p15:clr>
            <a:srgbClr val="C35EA4"/>
          </p15:clr>
        </p15:guide>
        <p15:guide id="21" pos="1315">
          <p15:clr>
            <a:srgbClr val="C35EA4"/>
          </p15:clr>
        </p15:guide>
        <p15:guide id="22" pos="1133">
          <p15:clr>
            <a:srgbClr val="C35EA4"/>
          </p15:clr>
        </p15:guide>
        <p15:guide id="23" pos="10387">
          <p15:clr>
            <a:srgbClr val="C35EA4"/>
          </p15:clr>
        </p15:guide>
        <p15:guide id="24" pos="11135">
          <p15:clr>
            <a:srgbClr val="A4A3A4"/>
          </p15:clr>
        </p15:guide>
        <p15:guide id="25" pos="385">
          <p15:clr>
            <a:srgbClr val="A4A3A4"/>
          </p15:clr>
        </p15:guide>
        <p15:guide id="26" orient="horz" pos="6098">
          <p15:clr>
            <a:srgbClr val="A4A3A4"/>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theme" Target="../theme/theme1.xml"/><Relationship Id="rId60" Type="http://schemas.openxmlformats.org/officeDocument/2006/relationships/image" Target="../media/image1.png"/><Relationship Id="rId61"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laceholder 4">
            <a:extLst>
              <a:ext uri="{FF2B5EF4-FFF2-40B4-BE49-F238E27FC236}">
                <a16:creationId xmlns:a16="http://schemas.microsoft.com/office/drawing/2014/main" id="{76B048C3-8C6B-62C2-5208-C4C2676254E9}"/>
              </a:ext>
            </a:extLst>
          </p:cNvPr>
          <p:cNvSpPr>
            <a:spLocks noGrp="1"/>
          </p:cNvSpPr>
          <p:nvPr>
            <p:ph type="sldNum" sz="quarter" idx="4"/>
          </p:nvPr>
        </p:nvSpPr>
        <p:spPr>
          <a:xfrm>
            <a:off x="11216948" y="6449948"/>
            <a:ext cx="575003" cy="123111"/>
          </a:xfrm>
          <a:prstGeom prst="rect">
            <a:avLst/>
          </a:prstGeom>
        </p:spPr>
        <p:txBody>
          <a:bodyPr lIns="0" tIns="0" rIns="0" bIns="0">
            <a:spAutoFit/>
          </a:bodyPr>
          <a:lstStyle>
            <a:lvl1pPr algn="r">
              <a:defRPr sz="800">
                <a:solidFill>
                  <a:schemeClr val="tx1"/>
                </a:solidFill>
              </a:defRPr>
            </a:lvl1pPr>
          </a:lstStyle>
          <a:p>
            <a:fld id="{C1F56866-D47B-47B9-9D95-BB9706FB23C1}" type="slidenum">
              <a:rPr lang="en-US" smtClean="0"/>
              <a:pPr/>
              <a:t>‹#›</a:t>
            </a:fld>
            <a:endParaRPr lang="en-US"/>
          </a:p>
        </p:txBody>
      </p:sp>
      <p:sp>
        <p:nvSpPr>
          <p:cNvPr id="5" name="Symbol zastępczy stopki 1">
            <a:extLst>
              <a:ext uri="{FF2B5EF4-FFF2-40B4-BE49-F238E27FC236}">
                <a16:creationId xmlns:a16="http://schemas.microsoft.com/office/drawing/2014/main" id="{0EE56789-D476-C5DF-D9B3-09349BD287B1}"/>
              </a:ext>
            </a:extLst>
          </p:cNvPr>
          <p:cNvSpPr>
            <a:spLocks noGrp="1"/>
          </p:cNvSpPr>
          <p:nvPr>
            <p:ph type="ftr" sz="quarter" idx="3"/>
          </p:nvPr>
        </p:nvSpPr>
        <p:spPr>
          <a:xfrm>
            <a:off x="406400" y="6449948"/>
            <a:ext cx="4114800" cy="123111"/>
          </a:xfrm>
          <a:prstGeom prst="rect">
            <a:avLst/>
          </a:prstGeom>
        </p:spPr>
        <p:txBody>
          <a:bodyPr lIns="0" tIns="0" rIns="0" bIns="0">
            <a:spAutoFit/>
          </a:bodyPr>
          <a:lstStyle>
            <a:lvl1pPr>
              <a:defRPr lang="en-GB" sz="800"/>
            </a:lvl1pPr>
          </a:lstStyle>
          <a:p>
            <a:r>
              <a:rPr lang="en-US"/>
              <a:t>Copyright © 2025 Xebia. All rights reserved</a:t>
            </a:r>
          </a:p>
        </p:txBody>
      </p:sp>
      <p:sp>
        <p:nvSpPr>
          <p:cNvPr id="3" name="Rectangle 2">
            <a:extLst>
              <a:ext uri="{FF2B5EF4-FFF2-40B4-BE49-F238E27FC236}">
                <a16:creationId xmlns:a16="http://schemas.microsoft.com/office/drawing/2014/main" id="{BC73BC64-15FF-CCD5-1FBF-52B28C3EF2C8}"/>
              </a:ext>
            </a:extLst>
          </p:cNvPr>
          <p:cNvSpPr/>
          <p:nvPr/>
        </p:nvSpPr>
        <p:spPr>
          <a:xfrm rot="5400000">
            <a:off x="10329425" y="2102376"/>
            <a:ext cx="5539743" cy="1334991"/>
          </a:xfrm>
          <a:prstGeom prst="rect">
            <a:avLst/>
          </a:prstGeom>
          <a:solidFill>
            <a:schemeClr val="bg1">
              <a:alpha val="49964"/>
            </a:schemeClr>
          </a:solidFill>
          <a:ln>
            <a:noFill/>
            <a:headEnd type="none" w="med" len="med"/>
            <a:tailEnd type="none" w="med" len="med"/>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800"/>
          </a:p>
        </p:txBody>
      </p:sp>
      <p:pic>
        <p:nvPicPr>
          <p:cNvPr id="15" name="Rectangle 155140" descr="preencoded.png">
            <a:extLst>
              <a:ext uri="{FF2B5EF4-FFF2-40B4-BE49-F238E27FC236}">
                <a16:creationId xmlns:a16="http://schemas.microsoft.com/office/drawing/2014/main" id="{0532F90B-2ACC-570D-F9D6-20FBF6B03A40}"/>
              </a:ext>
            </a:extLst>
          </p:cNvPr>
          <p:cNvPicPr>
            <a:picLocks noChangeAspect="1"/>
          </p:cNvPicPr>
          <p:nvPr/>
        </p:nvPicPr>
        <p:blipFill>
          <a:blip r:embed="rId60">
            <a:extLst>
              <a:ext uri="{96DAC541-7B7A-43D3-8B79-37D633B846F1}">
                <asvg:svgBlip xmlns:asvg="http://schemas.microsoft.com/office/drawing/2016/SVG/main" r:embed="rId61"/>
              </a:ext>
            </a:extLst>
          </a:blip>
          <a:srcRect/>
          <a:stretch/>
        </p:blipFill>
        <p:spPr>
          <a:xfrm rot="5400000">
            <a:off x="12419768" y="5021699"/>
            <a:ext cx="584084" cy="160203"/>
          </a:xfrm>
          <a:prstGeom prst="rect">
            <a:avLst/>
          </a:prstGeom>
        </p:spPr>
      </p:pic>
      <p:graphicFrame>
        <p:nvGraphicFramePr>
          <p:cNvPr id="17" name="Table 16">
            <a:extLst>
              <a:ext uri="{FF2B5EF4-FFF2-40B4-BE49-F238E27FC236}">
                <a16:creationId xmlns:a16="http://schemas.microsoft.com/office/drawing/2014/main" id="{9327358B-F02E-3A4F-9997-1A828AB99C79}"/>
              </a:ext>
            </a:extLst>
          </p:cNvPr>
          <p:cNvGraphicFramePr>
            <a:graphicFrameLocks noGrp="1"/>
          </p:cNvGraphicFramePr>
          <p:nvPr userDrawn="1">
            <p:extLst>
              <p:ext uri="{D42A27DB-BD31-4B8C-83A1-F6EECF244321}">
                <p14:modId xmlns:p14="http://schemas.microsoft.com/office/powerpoint/2010/main" val="3651829257"/>
              </p:ext>
            </p:extLst>
          </p:nvPr>
        </p:nvGraphicFramePr>
        <p:xfrm>
          <a:off x="12506793" y="53927"/>
          <a:ext cx="1260000" cy="5339916"/>
        </p:xfrm>
        <a:graphic>
          <a:graphicData uri="http://schemas.openxmlformats.org/drawingml/2006/table">
            <a:tbl>
              <a:tblPr firstRow="1" bandRow="1">
                <a:tableStyleId>{2D5ABB26-0587-4C30-8999-92F81FD0307C}</a:tableStyleId>
              </a:tblPr>
              <a:tblGrid>
                <a:gridCol w="468000">
                  <a:extLst>
                    <a:ext uri="{9D8B030D-6E8A-4147-A177-3AD203B41FA5}">
                      <a16:colId xmlns:a16="http://schemas.microsoft.com/office/drawing/2014/main" val="1315592704"/>
                    </a:ext>
                  </a:extLst>
                </a:gridCol>
                <a:gridCol w="792000">
                  <a:extLst>
                    <a:ext uri="{9D8B030D-6E8A-4147-A177-3AD203B41FA5}">
                      <a16:colId xmlns:a16="http://schemas.microsoft.com/office/drawing/2014/main" val="3308827976"/>
                    </a:ext>
                  </a:extLst>
                </a:gridCol>
              </a:tblGrid>
              <a:tr h="0">
                <a:tc gridSpan="2">
                  <a:txBody>
                    <a:bodyPr/>
                    <a:lstStyle/>
                    <a:p>
                      <a:r>
                        <a:rPr lang="nl-NL" b="1"/>
                        <a:t>MAIN</a:t>
                      </a:r>
                    </a:p>
                  </a:txBody>
                  <a:tcPr anchor="ctr">
                    <a:lnB w="12700" cap="flat" cmpd="sng" algn="ctr">
                      <a:solidFill>
                        <a:schemeClr val="tx1"/>
                      </a:solidFill>
                      <a:prstDash val="solid"/>
                      <a:round/>
                      <a:headEnd type="none" w="med" len="med"/>
                      <a:tailEnd type="none" w="med" len="med"/>
                    </a:lnB>
                    <a:noFill/>
                  </a:tcPr>
                </a:tc>
                <a:tc hMerge="1">
                  <a:txBody>
                    <a:bodyPr/>
                    <a:lstStyle/>
                    <a:p>
                      <a:endParaRPr lang="nl-NL"/>
                    </a:p>
                  </a:txBody>
                  <a:tcPr anchor="ctr"/>
                </a:tc>
                <a:extLst>
                  <a:ext uri="{0D108BD9-81ED-4DB2-BD59-A6C34878D82A}">
                    <a16:rowId xmlns:a16="http://schemas.microsoft.com/office/drawing/2014/main" val="497730059"/>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1"/>
                    </a:solidFill>
                  </a:tcPr>
                </a:tc>
                <a:tc>
                  <a:txBody>
                    <a:bodyPr/>
                    <a:lstStyle/>
                    <a:p>
                      <a:r>
                        <a:rPr lang="nl-NL" sz="1000" b="1">
                          <a:latin typeface="+mj-lt"/>
                        </a:rPr>
                        <a:t>#000000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71872509"/>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#FFFFFF</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30506375"/>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78787D"/>
                    </a:solidFill>
                  </a:tcPr>
                </a:tc>
                <a:tc>
                  <a:txBody>
                    <a:bodyPr/>
                    <a:lstStyle/>
                    <a:p>
                      <a:r>
                        <a:rPr lang="nl-NL" sz="1000" b="1">
                          <a:latin typeface="+mj-lt"/>
                        </a:rPr>
                        <a:t>#78787D</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769119596"/>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8C8CD"/>
                    </a:solidFill>
                  </a:tcPr>
                </a:tc>
                <a:tc>
                  <a:txBody>
                    <a:bodyPr/>
                    <a:lstStyle/>
                    <a:p>
                      <a:r>
                        <a:rPr lang="nl-NL" sz="1000" b="1">
                          <a:latin typeface="+mj-lt"/>
                        </a:rPr>
                        <a:t>#C8C8CD</a:t>
                      </a:r>
                      <a:endParaRPr lang="nl-NL" sz="1000">
                        <a:latin typeface="+mj-l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965058794"/>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21563"/>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#621563</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811663277"/>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31B84"/>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kern="1200">
                          <a:solidFill>
                            <a:schemeClr val="tx1"/>
                          </a:solidFill>
                          <a:latin typeface="+mj-lt"/>
                          <a:ea typeface="+mn-ea"/>
                          <a:cs typeface="+mn-cs"/>
                        </a:rPr>
                        <a:t>#831B84</a:t>
                      </a:r>
                      <a:endParaRPr lang="nl-NL" sz="1000" b="1">
                        <a:latin typeface="+mj-lt"/>
                      </a:endParaRP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15244463"/>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B75EB8"/>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#B75EB8</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81605710"/>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D49ED4"/>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#D49ED4</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60077710"/>
                  </a:ext>
                </a:extLst>
              </a:tr>
              <a:tr h="152290">
                <a:tc gridSpan="2">
                  <a:txBody>
                    <a:bodyPr/>
                    <a:lstStyle/>
                    <a:p>
                      <a:r>
                        <a:rPr lang="nl-NL" b="1">
                          <a:latin typeface="+mj-lt"/>
                        </a:rPr>
                        <a:t>SECONDARY</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endParaRPr lang="nl-NL" sz="1200">
                        <a:latin typeface="Consolas" panose="020B0609020204030204" pitchFamily="49" charset="0"/>
                      </a:endParaRPr>
                    </a:p>
                  </a:txBody>
                  <a:tcPr anchor="ctr">
                    <a:noFill/>
                  </a:tcPr>
                </a:tc>
                <a:extLst>
                  <a:ext uri="{0D108BD9-81ED-4DB2-BD59-A6C34878D82A}">
                    <a16:rowId xmlns:a16="http://schemas.microsoft.com/office/drawing/2014/main" val="2585327986"/>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31D0"/>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#E331D0</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16375238"/>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150027"/>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#150027</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803816627"/>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3E3E5"/>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#E3E3E5</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9252131"/>
                  </a:ext>
                </a:extLst>
              </a:tr>
              <a:tr h="399273">
                <a:tc>
                  <a:txBody>
                    <a:bodyPr/>
                    <a:lstStyle/>
                    <a:p>
                      <a:endParaRPr lang="nl-NL"/>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8F8"/>
                    </a:solidFill>
                  </a:tcPr>
                </a:tc>
                <a:tc>
                  <a:txBody>
                    <a:bodyPr/>
                    <a:lstStyle/>
                    <a:p>
                      <a:pPr marL="0" marR="0" lvl="0" indent="0" algn="l" defTabSz="609660" rtl="0" eaLnBrk="1" fontAlgn="auto" latinLnBrk="0" hangingPunct="1">
                        <a:lnSpc>
                          <a:spcPct val="100000"/>
                        </a:lnSpc>
                        <a:spcBef>
                          <a:spcPts val="0"/>
                        </a:spcBef>
                        <a:spcAft>
                          <a:spcPts val="0"/>
                        </a:spcAft>
                        <a:buClrTx/>
                        <a:buSzTx/>
                        <a:buFontTx/>
                        <a:buNone/>
                        <a:tabLst/>
                        <a:defRPr/>
                      </a:pPr>
                      <a:r>
                        <a:rPr lang="nl-NL" sz="1000" b="1">
                          <a:latin typeface="+mj-lt"/>
                        </a:rPr>
                        <a:t>#F5F5F5</a:t>
                      </a:r>
                    </a:p>
                  </a:txBody>
                  <a:tcPr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741330300"/>
                  </a:ext>
                </a:extLst>
              </a:tr>
            </a:tbl>
          </a:graphicData>
        </a:graphic>
      </p:graphicFrame>
    </p:spTree>
  </p:cSld>
  <p:clrMap bg1="lt1" tx1="dk1" bg2="lt2" tx2="dk2" accent1="accent1" accent2="accent2" accent3="accent3" accent4="accent4" accent5="accent5" accent6="accent6" hlink="hlink" folHlink="folHlink"/>
  <p:sldLayoutIdLst>
    <p:sldLayoutId id="2147483771" r:id="rId1"/>
    <p:sldLayoutId id="2147483765" r:id="rId2"/>
    <p:sldLayoutId id="2147483767" r:id="rId3"/>
    <p:sldLayoutId id="2147483766" r:id="rId4"/>
    <p:sldLayoutId id="2147483699" r:id="rId5"/>
    <p:sldLayoutId id="2147483770" r:id="rId6"/>
    <p:sldLayoutId id="2147483726" r:id="rId7"/>
    <p:sldLayoutId id="2147483734" r:id="rId8"/>
    <p:sldLayoutId id="2147483773" r:id="rId9"/>
    <p:sldLayoutId id="2147483729" r:id="rId10"/>
    <p:sldLayoutId id="2147483728" r:id="rId11"/>
    <p:sldLayoutId id="2147483772" r:id="rId12"/>
    <p:sldLayoutId id="2147483650" r:id="rId13"/>
    <p:sldLayoutId id="2147483671" r:id="rId14"/>
    <p:sldLayoutId id="2147483732" r:id="rId15"/>
    <p:sldLayoutId id="2147483735" r:id="rId16"/>
    <p:sldLayoutId id="2147483757" r:id="rId17"/>
    <p:sldLayoutId id="2147483736" r:id="rId18"/>
    <p:sldLayoutId id="2147483677" r:id="rId19"/>
    <p:sldLayoutId id="2147483774" r:id="rId20"/>
    <p:sldLayoutId id="2147483698" r:id="rId21"/>
    <p:sldLayoutId id="2147483737" r:id="rId22"/>
    <p:sldLayoutId id="2147483738" r:id="rId23"/>
    <p:sldLayoutId id="2147483758" r:id="rId24"/>
    <p:sldLayoutId id="2147483750" r:id="rId25"/>
    <p:sldLayoutId id="2147483751" r:id="rId26"/>
    <p:sldLayoutId id="2147483759" r:id="rId27"/>
    <p:sldLayoutId id="2147483760" r:id="rId28"/>
    <p:sldLayoutId id="2147483761" r:id="rId29"/>
    <p:sldLayoutId id="2147483762" r:id="rId30"/>
    <p:sldLayoutId id="2147483763" r:id="rId31"/>
    <p:sldLayoutId id="2147483764" r:id="rId32"/>
    <p:sldLayoutId id="2147483775" r:id="rId33"/>
    <p:sldLayoutId id="2147483704" r:id="rId34"/>
    <p:sldLayoutId id="2147483739" r:id="rId35"/>
    <p:sldLayoutId id="2147483747" r:id="rId36"/>
    <p:sldLayoutId id="2147483754" r:id="rId37"/>
    <p:sldLayoutId id="2147483707" r:id="rId38"/>
    <p:sldLayoutId id="2147483744" r:id="rId39"/>
    <p:sldLayoutId id="2147483720" r:id="rId40"/>
    <p:sldLayoutId id="2147483725" r:id="rId41"/>
    <p:sldLayoutId id="2147483776" r:id="rId42"/>
    <p:sldLayoutId id="2147483743" r:id="rId43"/>
    <p:sldLayoutId id="2147483745" r:id="rId44"/>
    <p:sldLayoutId id="2147483746" r:id="rId45"/>
    <p:sldLayoutId id="2147483768" r:id="rId46"/>
    <p:sldLayoutId id="2147483755" r:id="rId47"/>
    <p:sldLayoutId id="2147483769" r:id="rId48"/>
    <p:sldLayoutId id="2147483756" r:id="rId49"/>
    <p:sldLayoutId id="2147483710" r:id="rId50"/>
    <p:sldLayoutId id="2147483713" r:id="rId51"/>
    <p:sldLayoutId id="2147483717" r:id="rId52"/>
    <p:sldLayoutId id="2147483718" r:id="rId53"/>
    <p:sldLayoutId id="2147483715" r:id="rId54"/>
    <p:sldLayoutId id="2147483730" r:id="rId55"/>
    <p:sldLayoutId id="2147483748" r:id="rId56"/>
    <p:sldLayoutId id="2147483777" r:id="rId57"/>
    <p:sldLayoutId id="2147483778" r:id="rId58"/>
  </p:sldLayoutIdLst>
  <p:hf hdr="0" dt="0"/>
  <p:txStyles>
    <p:titleStyle>
      <a:lvl1pPr algn="ctr" defTabSz="609660" rtl="0" eaLnBrk="1" latinLnBrk="0" hangingPunct="1">
        <a:spcBef>
          <a:spcPct val="0"/>
        </a:spcBef>
        <a:buNone/>
        <a:defRPr sz="2933" kern="1200">
          <a:solidFill>
            <a:schemeClr val="tx1"/>
          </a:solidFill>
          <a:latin typeface="+mj-lt"/>
          <a:ea typeface="+mj-ea"/>
          <a:cs typeface="+mj-cs"/>
        </a:defRPr>
      </a:lvl1pPr>
    </p:titleStyle>
    <p:bodyStyle>
      <a:lvl1pPr marL="228623" indent="-228623" algn="l" defTabSz="60966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50" indent="-190520" algn="l" defTabSz="60966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76" indent="-152416" algn="l" defTabSz="60966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907"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73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56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39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228"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1060" indent="-152416" algn="l" defTabSz="60966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60" rtl="0" eaLnBrk="1" latinLnBrk="0" hangingPunct="1">
        <a:defRPr sz="1200" kern="1200">
          <a:solidFill>
            <a:schemeClr val="tx1"/>
          </a:solidFill>
          <a:latin typeface="+mn-lt"/>
          <a:ea typeface="+mn-ea"/>
          <a:cs typeface="+mn-cs"/>
        </a:defRPr>
      </a:lvl1pPr>
      <a:lvl2pPr marL="304831" algn="l" defTabSz="609660" rtl="0" eaLnBrk="1" latinLnBrk="0" hangingPunct="1">
        <a:defRPr sz="1200" kern="1200">
          <a:solidFill>
            <a:schemeClr val="tx1"/>
          </a:solidFill>
          <a:latin typeface="+mn-lt"/>
          <a:ea typeface="+mn-ea"/>
          <a:cs typeface="+mn-cs"/>
        </a:defRPr>
      </a:lvl2pPr>
      <a:lvl3pPr marL="609660" algn="l" defTabSz="609660" rtl="0" eaLnBrk="1" latinLnBrk="0" hangingPunct="1">
        <a:defRPr sz="1200" kern="1200">
          <a:solidFill>
            <a:schemeClr val="tx1"/>
          </a:solidFill>
          <a:latin typeface="+mn-lt"/>
          <a:ea typeface="+mn-ea"/>
          <a:cs typeface="+mn-cs"/>
        </a:defRPr>
      </a:lvl3pPr>
      <a:lvl4pPr marL="914492" algn="l" defTabSz="609660" rtl="0" eaLnBrk="1" latinLnBrk="0" hangingPunct="1">
        <a:defRPr sz="1200" kern="1200">
          <a:solidFill>
            <a:schemeClr val="tx1"/>
          </a:solidFill>
          <a:latin typeface="+mn-lt"/>
          <a:ea typeface="+mn-ea"/>
          <a:cs typeface="+mn-cs"/>
        </a:defRPr>
      </a:lvl4pPr>
      <a:lvl5pPr marL="1219322" algn="l" defTabSz="609660" rtl="0" eaLnBrk="1" latinLnBrk="0" hangingPunct="1">
        <a:defRPr sz="1200" kern="1200">
          <a:solidFill>
            <a:schemeClr val="tx1"/>
          </a:solidFill>
          <a:latin typeface="+mn-lt"/>
          <a:ea typeface="+mn-ea"/>
          <a:cs typeface="+mn-cs"/>
        </a:defRPr>
      </a:lvl5pPr>
      <a:lvl6pPr marL="1524152" algn="l" defTabSz="609660" rtl="0" eaLnBrk="1" latinLnBrk="0" hangingPunct="1">
        <a:defRPr sz="1200" kern="1200">
          <a:solidFill>
            <a:schemeClr val="tx1"/>
          </a:solidFill>
          <a:latin typeface="+mn-lt"/>
          <a:ea typeface="+mn-ea"/>
          <a:cs typeface="+mn-cs"/>
        </a:defRPr>
      </a:lvl6pPr>
      <a:lvl7pPr marL="1828983" algn="l" defTabSz="609660" rtl="0" eaLnBrk="1" latinLnBrk="0" hangingPunct="1">
        <a:defRPr sz="1200" kern="1200">
          <a:solidFill>
            <a:schemeClr val="tx1"/>
          </a:solidFill>
          <a:latin typeface="+mn-lt"/>
          <a:ea typeface="+mn-ea"/>
          <a:cs typeface="+mn-cs"/>
        </a:defRPr>
      </a:lvl7pPr>
      <a:lvl8pPr marL="2133814" algn="l" defTabSz="609660" rtl="0" eaLnBrk="1" latinLnBrk="0" hangingPunct="1">
        <a:defRPr sz="1200" kern="1200">
          <a:solidFill>
            <a:schemeClr val="tx1"/>
          </a:solidFill>
          <a:latin typeface="+mn-lt"/>
          <a:ea typeface="+mn-ea"/>
          <a:cs typeface="+mn-cs"/>
        </a:defRPr>
      </a:lvl8pPr>
      <a:lvl9pPr marL="2438644" algn="l" defTabSz="609660" rtl="0" eaLnBrk="1" latinLnBrk="0" hangingPunct="1">
        <a:defRPr sz="12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384" userDrawn="1">
          <p15:clr>
            <a:srgbClr val="C35EA4"/>
          </p15:clr>
        </p15:guide>
        <p15:guide id="2" pos="3901" userDrawn="1">
          <p15:clr>
            <a:srgbClr val="C35EA4"/>
          </p15:clr>
        </p15:guide>
        <p15:guide id="3" pos="3779" userDrawn="1">
          <p15:clr>
            <a:srgbClr val="C35EA4"/>
          </p15:clr>
        </p15:guide>
        <p15:guide id="4" pos="3296" userDrawn="1">
          <p15:clr>
            <a:srgbClr val="C35EA4"/>
          </p15:clr>
        </p15:guide>
        <p15:guide id="5" pos="3175" userDrawn="1">
          <p15:clr>
            <a:srgbClr val="C35EA4"/>
          </p15:clr>
        </p15:guide>
        <p15:guide id="6" pos="4505" userDrawn="1">
          <p15:clr>
            <a:srgbClr val="C35EA4"/>
          </p15:clr>
        </p15:guide>
        <p15:guide id="7" pos="4989" userDrawn="1">
          <p15:clr>
            <a:srgbClr val="C35EA4"/>
          </p15:clr>
        </p15:guide>
        <p15:guide id="8" pos="2691" userDrawn="1">
          <p15:clr>
            <a:srgbClr val="C35EA4"/>
          </p15:clr>
        </p15:guide>
        <p15:guide id="9" pos="2570" userDrawn="1">
          <p15:clr>
            <a:srgbClr val="C35EA4"/>
          </p15:clr>
        </p15:guide>
        <p15:guide id="10" pos="5110" userDrawn="1">
          <p15:clr>
            <a:srgbClr val="C35EA4"/>
          </p15:clr>
        </p15:guide>
        <p15:guide id="11" pos="5594" userDrawn="1">
          <p15:clr>
            <a:srgbClr val="C35EA4"/>
          </p15:clr>
        </p15:guide>
        <p15:guide id="12" pos="2086" userDrawn="1">
          <p15:clr>
            <a:srgbClr val="C35EA4"/>
          </p15:clr>
        </p15:guide>
        <p15:guide id="13" pos="1965" userDrawn="1">
          <p15:clr>
            <a:srgbClr val="C35EA4"/>
          </p15:clr>
        </p15:guide>
        <p15:guide id="14" pos="1481" userDrawn="1">
          <p15:clr>
            <a:srgbClr val="C35EA4"/>
          </p15:clr>
        </p15:guide>
        <p15:guide id="15" pos="5715" userDrawn="1">
          <p15:clr>
            <a:srgbClr val="C35EA4"/>
          </p15:clr>
        </p15:guide>
        <p15:guide id="16" pos="6199" userDrawn="1">
          <p15:clr>
            <a:srgbClr val="C35EA4"/>
          </p15:clr>
        </p15:guide>
        <p15:guide id="17" pos="6319" userDrawn="1">
          <p15:clr>
            <a:srgbClr val="C35EA4"/>
          </p15:clr>
        </p15:guide>
        <p15:guide id="18" pos="1361" userDrawn="1">
          <p15:clr>
            <a:srgbClr val="C35EA4"/>
          </p15:clr>
        </p15:guide>
        <p15:guide id="19" pos="877" userDrawn="1">
          <p15:clr>
            <a:srgbClr val="C35EA4"/>
          </p15:clr>
        </p15:guide>
        <p15:guide id="20" pos="6803" userDrawn="1">
          <p15:clr>
            <a:srgbClr val="C35EA4"/>
          </p15:clr>
        </p15:guide>
        <p15:guide id="21" pos="6925" userDrawn="1">
          <p15:clr>
            <a:srgbClr val="C35EA4"/>
          </p15:clr>
        </p15:guide>
        <p15:guide id="22" pos="755" userDrawn="1">
          <p15:clr>
            <a:srgbClr val="C35EA4"/>
          </p15:clr>
        </p15:guide>
        <p15:guide id="23" pos="257" userDrawn="1">
          <p15:clr>
            <a:srgbClr val="A4A3A4"/>
          </p15:clr>
        </p15:guide>
        <p15:guide id="24" pos="7423" userDrawn="1">
          <p15:clr>
            <a:srgbClr val="A4A3A4"/>
          </p15:clr>
        </p15:guide>
        <p15:guide id="25" orient="horz" pos="255" userDrawn="1">
          <p15:clr>
            <a:srgbClr val="A4A3A4"/>
          </p15:clr>
        </p15:guide>
        <p15:guide id="26" orient="horz" pos="4065"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63" sz="quarter"/>
          </p:nvPr>
        </p:nvSpPr>
        <p:spPr/>
      </p:sp>
      <p:sp>
        <p:nvSpPr>
          <p:cNvPr id="3" name="Text Placeholder 2"/>
          <p:cNvSpPr>
            <a:spLocks noGrp="1"/>
          </p:cNvSpPr>
          <p:nvPr>
            <p:ph type="body" idx="106"/>
          </p:nvPr>
        </p:nvSpPr>
        <p:spPr/>
        <p:txBody>
          <a:bodyPr/>
          <a:lstStyle/>
          <a:p>
            <a:r>
              <a:t>February 2026</a:t>
            </a:r>
          </a:p>
        </p:txBody>
      </p:sp>
      <p:sp>
        <p:nvSpPr>
          <p:cNvPr id="4" name="Text Placeholder 3"/>
          <p:cNvSpPr>
            <a:spLocks noGrp="1"/>
          </p:cNvSpPr>
          <p:nvPr>
            <p:ph type="body" idx="107"/>
          </p:nvPr>
        </p:nvSpPr>
        <p:spPr/>
        <p:txBody>
          <a:bodyPr/>
          <a:lstStyle/>
          <a:p>
            <a:r>
              <a:t>Shaping Tomorrow With AI Today</a:t>
            </a:r>
          </a:p>
        </p:txBody>
      </p:sp>
      <p:sp>
        <p:nvSpPr>
          <p:cNvPr id="5" name="Text Placeholder 4"/>
          <p:cNvSpPr>
            <a:spLocks noGrp="1"/>
          </p:cNvSpPr>
          <p:nvPr>
            <p:ph type="body" idx="164"/>
          </p:nvPr>
        </p:nvSpPr>
        <p:spPr/>
        <p:txBody>
          <a:bodyPr/>
          <a:lstStyle/>
          <a:p>
            <a:r>
              <a:t>xebia.com</a:t>
            </a:r>
          </a:p>
        </p:txBody>
      </p:sp>
      <p:sp>
        <p:nvSpPr>
          <p:cNvPr id="6" name="Title 5"/>
          <p:cNvSpPr>
            <a:spLocks noGrp="1"/>
          </p:cNvSpPr>
          <p:nvPr>
            <p:ph type="title"/>
          </p:nvPr>
        </p:nvSpPr>
        <p:spPr/>
        <p:txBody>
          <a:bodyPr/>
          <a:lstStyle/>
          <a:p>
            <a:r>
              <a:t>Xebia Data Services</a:t>
            </a:r>
          </a:p>
          <a:p>
            <a:r>
              <a:t>&amp; Products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Global AI-First Consulting Company</a:t>
            </a:r>
          </a:p>
        </p:txBody>
      </p:sp>
      <p:sp>
        <p:nvSpPr>
          <p:cNvPr id="3" name="Title 2"/>
          <p:cNvSpPr>
            <a:spLocks noGrp="1"/>
          </p:cNvSpPr>
          <p:nvPr>
            <p:ph type="title"/>
          </p:nvPr>
        </p:nvSpPr>
        <p:spPr/>
        <p:txBody>
          <a:bodyPr/>
          <a:lstStyle/>
          <a:p>
            <a:r>
              <a:t>About Xebia</a:t>
            </a:r>
          </a:p>
        </p:txBody>
      </p:sp>
      <p:sp>
        <p:nvSpPr>
          <p:cNvPr id="4" name="Text Placeholder 3"/>
          <p:cNvSpPr>
            <a:spLocks noGrp="1"/>
          </p:cNvSpPr>
          <p:nvPr>
            <p:ph type="body" idx="110" sz="quarter"/>
          </p:nvPr>
        </p:nvSpPr>
        <p:spPr/>
        <p:txBody>
          <a:bodyPr/>
          <a:lstStyle/>
          <a:p>
            <a:r>
              <a:t>Founded in the Netherlands in 2001</a:t>
            </a:r>
          </a:p>
          <a:p>
            <a:r>
              <a:t>4,500+ experts across disciplines</a:t>
            </a:r>
          </a:p>
          <a:p>
            <a:r>
              <a:t>28 offices worldwide</a:t>
            </a:r>
          </a:p>
          <a:p>
            <a:r>
              <a:t>25 years of software craftsmanship</a:t>
            </a:r>
          </a:p>
          <a:p>
            <a:r>
              <a:t>Award-winning AI-first consulting, software engineering &amp; training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2" sz="quarter"/>
          </p:nvPr>
        </p:nvSpPr>
        <p:spPr/>
        <p:txBody>
          <a:bodyPr/>
          <a:lstStyle/>
          <a:p>
            <a:r>
              <a:t>Cloud &amp; Data</a:t>
            </a:r>
          </a:p>
          <a:p>
            <a:r>
              <a:t>Modernization</a:t>
            </a:r>
          </a:p>
        </p:txBody>
      </p:sp>
      <p:sp>
        <p:nvSpPr>
          <p:cNvPr id="3" name="Picture Placeholder 2"/>
          <p:cNvSpPr>
            <a:spLocks noGrp="1"/>
          </p:cNvSpPr>
          <p:nvPr>
            <p:ph type="pic" idx="163" sz="quarter"/>
          </p:nvPr>
        </p:nvSpPr>
        <p:spPr/>
      </p:sp>
      <p:sp>
        <p:nvSpPr>
          <p:cNvPr id="4" name="Text Placeholder 3"/>
          <p:cNvSpPr>
            <a:spLocks noGrp="1"/>
          </p:cNvSpPr>
          <p:nvPr>
            <p:ph type="body" idx="106"/>
          </p:nvPr>
        </p:nvSpPr>
        <p:spPr/>
        <p:txBody>
          <a:bodyPr/>
          <a:lstStyle/>
          <a:p>
            <a:r>
              <a:t>End-to-end data solutions for the modern enterprise</a:t>
            </a:r>
          </a:p>
        </p:txBody>
      </p:sp>
      <p:sp>
        <p:nvSpPr>
          <p:cNvPr id="5" name="Text Placeholder 4"/>
          <p:cNvSpPr>
            <a:spLocks noGrp="1"/>
          </p:cNvSpPr>
          <p:nvPr>
            <p:ph type="body" idx="103"/>
          </p:nvPr>
        </p:nvSpPr>
        <p:spPr/>
        <p:txBody>
          <a:bodyPr/>
          <a:lstStyle/>
          <a:p/>
        </p:txBody>
      </p:sp>
      <p:sp>
        <p:nvSpPr>
          <p:cNvPr id="6" name="Text Placeholder 5"/>
          <p:cNvSpPr>
            <a:spLocks noGrp="1"/>
          </p:cNvSpPr>
          <p:nvPr>
            <p:ph type="body" idx="164"/>
          </p:nvPr>
        </p:nvSpPr>
        <p:spPr/>
        <p:txBody>
          <a:bodyPr/>
          <a:lstStyle/>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Comprehensive Data Transformation</a:t>
            </a:r>
          </a:p>
        </p:txBody>
      </p:sp>
      <p:sp>
        <p:nvSpPr>
          <p:cNvPr id="3" name="Title 2"/>
          <p:cNvSpPr>
            <a:spLocks noGrp="1"/>
          </p:cNvSpPr>
          <p:nvPr>
            <p:ph type="title"/>
          </p:nvPr>
        </p:nvSpPr>
        <p:spPr/>
        <p:txBody>
          <a:bodyPr/>
          <a:lstStyle/>
          <a:p>
            <a:r>
              <a:t>Cloud &amp; Data Modernization</a:t>
            </a:r>
          </a:p>
        </p:txBody>
      </p:sp>
      <p:sp>
        <p:nvSpPr>
          <p:cNvPr id="4" name="Text Placeholder 3"/>
          <p:cNvSpPr>
            <a:spLocks noGrp="1"/>
          </p:cNvSpPr>
          <p:nvPr>
            <p:ph type="body" idx="110" sz="quarter"/>
          </p:nvPr>
        </p:nvSpPr>
        <p:spPr/>
        <p:txBody>
          <a:bodyPr/>
          <a:lstStyle/>
          <a:p>
            <a:r>
              <a:t>Data &amp; Cloud Transformation — Strategy, CCoE, Data Literacy</a:t>
            </a:r>
          </a:p>
          <a:p>
            <a:r>
              <a:t>Data &amp; Analytics — Engineering, Governance, Real-Time Streaming</a:t>
            </a:r>
          </a:p>
          <a:p>
            <a:r>
              <a:t>Cloud Optimization — FinOps, Sustainability, Workload Optimization</a:t>
            </a:r>
          </a:p>
          <a:p>
            <a:r>
              <a:t>Infrastructure &amp; Platforms — Security, Data Platforms</a:t>
            </a:r>
          </a:p>
          <a:p>
            <a:r>
              <a:t>End-to-end modernization from legacy to cloud-native architectures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High-Performance, AI-Enabled Data Solutions</a:t>
            </a:r>
          </a:p>
        </p:txBody>
      </p:sp>
      <p:sp>
        <p:nvSpPr>
          <p:cNvPr id="3" name="Title 2"/>
          <p:cNvSpPr>
            <a:spLocks noGrp="1"/>
          </p:cNvSpPr>
          <p:nvPr>
            <p:ph type="title"/>
          </p:nvPr>
        </p:nvSpPr>
        <p:spPr/>
        <p:txBody>
          <a:bodyPr/>
          <a:lstStyle/>
          <a:p>
            <a:r>
              <a:t>Data Engineering Services</a:t>
            </a:r>
          </a:p>
        </p:txBody>
      </p:sp>
      <p:sp>
        <p:nvSpPr>
          <p:cNvPr id="4" name="Text Placeholder 3"/>
          <p:cNvSpPr>
            <a:spLocks noGrp="1"/>
          </p:cNvSpPr>
          <p:nvPr>
            <p:ph type="body" idx="110" sz="quarter"/>
          </p:nvPr>
        </p:nvSpPr>
        <p:spPr/>
        <p:txBody>
          <a:bodyPr/>
          <a:lstStyle/>
          <a:p>
            <a:r>
              <a:t>Architect and build scalable data pipelines</a:t>
            </a:r>
          </a:p>
          <a:p>
            <a:r>
              <a:t>Technologies: Spark, Databricks, Flink, dbt, OpenLineage</a:t>
            </a:r>
          </a:p>
          <a:p>
            <a:r>
              <a:t>Real-time streaming and batch processing</a:t>
            </a:r>
          </a:p>
          <a:p>
            <a:r>
              <a:t>Optimize infrastructure for insight-driven decisions</a:t>
            </a:r>
          </a:p>
          <a:p>
            <a:r>
              <a:t>Embedded software engineering best practices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Transform Data Into Business Value</a:t>
            </a:r>
          </a:p>
        </p:txBody>
      </p:sp>
      <p:sp>
        <p:nvSpPr>
          <p:cNvPr id="3" name="Title 2"/>
          <p:cNvSpPr>
            <a:spLocks noGrp="1"/>
          </p:cNvSpPr>
          <p:nvPr>
            <p:ph type="title"/>
          </p:nvPr>
        </p:nvSpPr>
        <p:spPr/>
        <p:txBody>
          <a:bodyPr/>
          <a:lstStyle/>
          <a:p>
            <a:r>
              <a:t>Data Analytics Services</a:t>
            </a:r>
          </a:p>
        </p:txBody>
      </p:sp>
      <p:sp>
        <p:nvSpPr>
          <p:cNvPr id="4" name="Text Placeholder 3"/>
          <p:cNvSpPr>
            <a:spLocks noGrp="1"/>
          </p:cNvSpPr>
          <p:nvPr>
            <p:ph type="body" idx="110" sz="quarter"/>
          </p:nvPr>
        </p:nvSpPr>
        <p:spPr/>
        <p:txBody>
          <a:bodyPr/>
          <a:lstStyle/>
          <a:p>
            <a:r>
              <a:t>Data Management &amp; Governance</a:t>
            </a:r>
          </a:p>
          <a:p>
            <a:r>
              <a:t>Data Democratization — enable self-service analytics</a:t>
            </a:r>
          </a:p>
          <a:p>
            <a:r>
              <a:t>Real-Time Streaming &amp; Analytics</a:t>
            </a:r>
          </a:p>
          <a:p>
            <a:r>
              <a:t>Near real-time dashboarding to complex AI products</a:t>
            </a:r>
          </a:p>
          <a:p>
            <a:r>
              <a:t>Analytics Engineering culture grounded in automation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Trust, Quality, and Compliance at Scale</a:t>
            </a:r>
          </a:p>
        </p:txBody>
      </p:sp>
      <p:sp>
        <p:nvSpPr>
          <p:cNvPr id="3" name="Title 2"/>
          <p:cNvSpPr>
            <a:spLocks noGrp="1"/>
          </p:cNvSpPr>
          <p:nvPr>
            <p:ph type="title"/>
          </p:nvPr>
        </p:nvSpPr>
        <p:spPr/>
        <p:txBody>
          <a:bodyPr/>
          <a:lstStyle/>
          <a:p>
            <a:r>
              <a:t>Data Management &amp; Governance</a:t>
            </a:r>
          </a:p>
        </p:txBody>
      </p:sp>
      <p:sp>
        <p:nvSpPr>
          <p:cNvPr id="4" name="Text Placeholder 3"/>
          <p:cNvSpPr>
            <a:spLocks noGrp="1"/>
          </p:cNvSpPr>
          <p:nvPr>
            <p:ph type="body" idx="110" sz="quarter"/>
          </p:nvPr>
        </p:nvSpPr>
        <p:spPr/>
        <p:txBody>
          <a:bodyPr/>
          <a:lstStyle/>
          <a:p>
            <a:r>
              <a:t>Establish robust data governance frameworks</a:t>
            </a:r>
          </a:p>
          <a:p>
            <a:r>
              <a:t>Ensure data quality, lineage, and cataloging</a:t>
            </a:r>
          </a:p>
          <a:p>
            <a:r>
              <a:t>Regulatory compliance and privacy by design</a:t>
            </a:r>
          </a:p>
          <a:p>
            <a:r>
              <a:t>Metadata management and data observability</a:t>
            </a:r>
          </a:p>
          <a:p>
            <a:r>
              <a:t>Enable trusted, high-quality datasets for AI initiatives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Xebia's Turnkey Multi-Cloud Solution</a:t>
            </a:r>
          </a:p>
        </p:txBody>
      </p:sp>
      <p:sp>
        <p:nvSpPr>
          <p:cNvPr id="3" name="Title 2"/>
          <p:cNvSpPr>
            <a:spLocks noGrp="1"/>
          </p:cNvSpPr>
          <p:nvPr>
            <p:ph type="title"/>
          </p:nvPr>
        </p:nvSpPr>
        <p:spPr/>
        <p:txBody>
          <a:bodyPr/>
          <a:lstStyle/>
          <a:p>
            <a:r>
              <a:t>Cloud Data Platform</a:t>
            </a:r>
          </a:p>
        </p:txBody>
      </p:sp>
      <p:sp>
        <p:nvSpPr>
          <p:cNvPr id="4" name="Text Placeholder 3"/>
          <p:cNvSpPr>
            <a:spLocks noGrp="1"/>
          </p:cNvSpPr>
          <p:nvPr>
            <p:ph type="body" idx="110" sz="quarter"/>
          </p:nvPr>
        </p:nvSpPr>
        <p:spPr/>
        <p:txBody>
          <a:bodyPr/>
          <a:lstStyle/>
          <a:p>
            <a:r>
              <a:t>Pre-built, proven, cutting-edge components</a:t>
            </a:r>
          </a:p>
          <a:p>
            <a:r>
              <a:t>Supports any data application — dashboards to AI products</a:t>
            </a:r>
          </a:p>
          <a:p>
            <a:r>
              <a:t>Self-service, low-code approach to data access</a:t>
            </a:r>
          </a:p>
          <a:p>
            <a:r>
              <a:t>Democratizes data-driven decision making</a:t>
            </a:r>
          </a:p>
          <a:p>
            <a:r>
              <a:t>Multi-cloud: AWS, Azure, Google Cloud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163" sz="quarter"/>
          </p:nvPr>
        </p:nvSpPr>
        <p:spPr/>
      </p:sp>
      <p:sp>
        <p:nvSpPr>
          <p:cNvPr id="3" name="Text Placeholder 2"/>
          <p:cNvSpPr>
            <a:spLocks noGrp="1"/>
          </p:cNvSpPr>
          <p:nvPr>
            <p:ph type="body" idx="112" sz="quarter"/>
          </p:nvPr>
        </p:nvSpPr>
        <p:spPr/>
        <p:txBody>
          <a:bodyPr/>
          <a:lstStyle/>
          <a:p>
            <a:r>
              <a:t>Artificial Intelligence</a:t>
            </a:r>
          </a:p>
          <a:p>
            <a:r>
              <a:t>&amp; GenAI</a:t>
            </a:r>
          </a:p>
        </p:txBody>
      </p:sp>
      <p:sp>
        <p:nvSpPr>
          <p:cNvPr id="4" name="Text Placeholder 3"/>
          <p:cNvSpPr>
            <a:spLocks noGrp="1"/>
          </p:cNvSpPr>
          <p:nvPr>
            <p:ph type="body" idx="106"/>
          </p:nvPr>
        </p:nvSpPr>
        <p:spPr/>
        <p:txBody>
          <a:bodyPr/>
          <a:lstStyle/>
          <a:p>
            <a:r>
              <a:t>From strategy to production-ready AI</a:t>
            </a:r>
          </a:p>
        </p:txBody>
      </p:sp>
      <p:sp>
        <p:nvSpPr>
          <p:cNvPr id="5" name="Text Placeholder 4"/>
          <p:cNvSpPr>
            <a:spLocks noGrp="1"/>
          </p:cNvSpPr>
          <p:nvPr>
            <p:ph type="body" idx="103"/>
          </p:nvPr>
        </p:nvSpPr>
        <p:spPr/>
        <p:txBody>
          <a:bodyPr/>
          <a:lstStyle/>
          <a:p/>
        </p:txBody>
      </p:sp>
      <p:sp>
        <p:nvSpPr>
          <p:cNvPr id="6" name="Text Placeholder 5"/>
          <p:cNvSpPr>
            <a:spLocks noGrp="1"/>
          </p:cNvSpPr>
          <p:nvPr>
            <p:ph type="body" idx="164"/>
          </p:nvPr>
        </p:nvSpPr>
        <p:spPr/>
        <p:txBody>
          <a:bodyPr/>
          <a:lstStyle/>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End-to-End AI for the Enterprise</a:t>
            </a:r>
          </a:p>
        </p:txBody>
      </p:sp>
      <p:sp>
        <p:nvSpPr>
          <p:cNvPr id="3" name="Title 2"/>
          <p:cNvSpPr>
            <a:spLocks noGrp="1"/>
          </p:cNvSpPr>
          <p:nvPr>
            <p:ph type="title"/>
          </p:nvPr>
        </p:nvSpPr>
        <p:spPr/>
        <p:txBody>
          <a:bodyPr/>
          <a:lstStyle/>
          <a:p>
            <a:r>
              <a:t>AI Consulting &amp; Development</a:t>
            </a:r>
          </a:p>
        </p:txBody>
      </p:sp>
      <p:sp>
        <p:nvSpPr>
          <p:cNvPr id="4" name="Text Placeholder 3"/>
          <p:cNvSpPr>
            <a:spLocks noGrp="1"/>
          </p:cNvSpPr>
          <p:nvPr>
            <p:ph type="body" idx="110" sz="quarter"/>
          </p:nvPr>
        </p:nvSpPr>
        <p:spPr/>
        <p:txBody>
          <a:bodyPr/>
          <a:lstStyle/>
          <a:p>
            <a:r>
              <a:t>AI Strategy &amp; Maturity Assessment</a:t>
            </a:r>
          </a:p>
          <a:p>
            <a:r>
              <a:t>Use-case discovery and AI leadership consulting</a:t>
            </a:r>
          </a:p>
          <a:p>
            <a:r>
              <a:t>Scalable AI/GenAI platform design (MLOps, LLMOps, GenAI OS)</a:t>
            </a:r>
          </a:p>
          <a:p>
            <a:r>
              <a:t>Responsible AI — ethical, production-ready solutions</a:t>
            </a:r>
          </a:p>
          <a:p>
            <a:r>
              <a:t>AI-driven automation for efficiency, agility, and growth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New Offerings Launched in 2025</a:t>
            </a:r>
          </a:p>
        </p:txBody>
      </p:sp>
      <p:sp>
        <p:nvSpPr>
          <p:cNvPr id="3" name="Title 2"/>
          <p:cNvSpPr>
            <a:spLocks noGrp="1"/>
          </p:cNvSpPr>
          <p:nvPr>
            <p:ph type="title"/>
          </p:nvPr>
        </p:nvSpPr>
        <p:spPr/>
        <p:txBody>
          <a:bodyPr/>
          <a:lstStyle/>
          <a:p>
            <a:r>
              <a:t>AI-Native Solutions</a:t>
            </a:r>
          </a:p>
        </p:txBody>
      </p:sp>
      <p:sp>
        <p:nvSpPr>
          <p:cNvPr id="4" name="Text Placeholder 3"/>
          <p:cNvSpPr>
            <a:spLocks noGrp="1"/>
          </p:cNvSpPr>
          <p:nvPr>
            <p:ph type="body" idx="110" sz="quarter"/>
          </p:nvPr>
        </p:nvSpPr>
        <p:spPr/>
        <p:txBody>
          <a:bodyPr/>
          <a:lstStyle/>
          <a:p>
            <a:r>
              <a:t>Xebia AI-Native Software Engineering</a:t>
            </a:r>
          </a:p>
          <a:p>
            <a:r>
              <a:t>Xebia Agentic AI Assistant</a:t>
            </a:r>
          </a:p>
          <a:p>
            <a:r>
              <a:t>Xebia Hyper-Personalized Digital Banking</a:t>
            </a:r>
          </a:p>
          <a:p>
            <a:r>
              <a:t>Xebia Structured Data Extraction</a:t>
            </a:r>
          </a:p>
          <a:p>
            <a:r>
              <a:t>Production-ready, enterprise-grade AI solutions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Strategic Alliances With Industry Leaders</a:t>
            </a:r>
          </a:p>
        </p:txBody>
      </p:sp>
      <p:sp>
        <p:nvSpPr>
          <p:cNvPr id="3" name="Title 2"/>
          <p:cNvSpPr>
            <a:spLocks noGrp="1"/>
          </p:cNvSpPr>
          <p:nvPr>
            <p:ph type="title"/>
          </p:nvPr>
        </p:nvSpPr>
        <p:spPr/>
        <p:txBody>
          <a:bodyPr/>
          <a:lstStyle/>
          <a:p>
            <a:r>
              <a:t>Technology Partnerships</a:t>
            </a:r>
          </a:p>
        </p:txBody>
      </p:sp>
      <p:sp>
        <p:nvSpPr>
          <p:cNvPr id="4" name="Text Placeholder 3"/>
          <p:cNvSpPr>
            <a:spLocks noGrp="1"/>
          </p:cNvSpPr>
          <p:nvPr>
            <p:ph type="body" idx="110" sz="quarter"/>
          </p:nvPr>
        </p:nvSpPr>
        <p:spPr/>
        <p:txBody>
          <a:bodyPr/>
          <a:lstStyle/>
          <a:p>
            <a:r>
              <a:t>AWS — Premier Partner, 750+ experts, 19 competencies</a:t>
            </a:r>
          </a:p>
          <a:p>
            <a:r>
              <a:t>Google Cloud — Premier Partner since 2007</a:t>
            </a:r>
          </a:p>
          <a:p>
            <a:r>
              <a:t>Microsoft — Solutions Partner</a:t>
            </a:r>
          </a:p>
          <a:p>
            <a:r>
              <a:t>Databricks — Elite Consulting Partner, 1st EU Training Partner</a:t>
            </a:r>
          </a:p>
          <a:p>
            <a:r>
              <a:t>Snowflake, NVIDIA, dbt — Key technology partners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What Sets Us Apart</a:t>
            </a:r>
          </a:p>
        </p:txBody>
      </p:sp>
      <p:sp>
        <p:nvSpPr>
          <p:cNvPr id="3" name="Title 2"/>
          <p:cNvSpPr>
            <a:spLocks noGrp="1"/>
          </p:cNvSpPr>
          <p:nvPr>
            <p:ph type="title"/>
          </p:nvPr>
        </p:nvSpPr>
        <p:spPr/>
        <p:txBody>
          <a:bodyPr/>
          <a:lstStyle/>
          <a:p>
            <a:r>
              <a:t>Why Xebia for Data &amp; AI</a:t>
            </a:r>
          </a:p>
        </p:txBody>
      </p:sp>
      <p:sp>
        <p:nvSpPr>
          <p:cNvPr id="4" name="Text Placeholder 3"/>
          <p:cNvSpPr>
            <a:spLocks noGrp="1"/>
          </p:cNvSpPr>
          <p:nvPr>
            <p:ph type="body" idx="110" sz="quarter"/>
          </p:nvPr>
        </p:nvSpPr>
        <p:spPr/>
        <p:txBody>
          <a:bodyPr/>
          <a:lstStyle/>
          <a:p>
            <a:r>
              <a:t>AI-first DNA — AI embedded in everything we do</a:t>
            </a:r>
          </a:p>
          <a:p>
            <a:r>
              <a:t>Deep engineering culture — 25 years of craftsmanship</a:t>
            </a:r>
          </a:p>
          <a:p>
            <a:r>
              <a:t>End-to-end capabilities — strategy through implementation</a:t>
            </a:r>
          </a:p>
          <a:p>
            <a:r>
              <a:t>100+ Databricks certified experts (8+ Champions)</a:t>
            </a:r>
          </a:p>
          <a:p>
            <a:r>
              <a:t>Everest Group Leader in Cloud Services 2025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6"/>
          </p:nvPr>
        </p:nvSpPr>
        <p:spPr/>
        <p:txBody>
          <a:bodyPr/>
          <a:lstStyle/>
          <a:p>
            <a:r>
              <a:t>Insights From Xebia's Data &amp; AI Monitor</a:t>
            </a:r>
          </a:p>
        </p:txBody>
      </p:sp>
      <p:sp>
        <p:nvSpPr>
          <p:cNvPr id="3" name="Title 2"/>
          <p:cNvSpPr>
            <a:spLocks noGrp="1"/>
          </p:cNvSpPr>
          <p:nvPr>
            <p:ph type="title"/>
          </p:nvPr>
        </p:nvSpPr>
        <p:spPr/>
        <p:txBody>
          <a:bodyPr/>
          <a:lstStyle/>
          <a:p>
            <a:r>
              <a:t>Data &amp; AI Trends 2025</a:t>
            </a:r>
          </a:p>
        </p:txBody>
      </p:sp>
      <p:sp>
        <p:nvSpPr>
          <p:cNvPr id="4" name="Text Placeholder 3"/>
          <p:cNvSpPr>
            <a:spLocks noGrp="1"/>
          </p:cNvSpPr>
          <p:nvPr>
            <p:ph type="body" idx="110" sz="quarter"/>
          </p:nvPr>
        </p:nvSpPr>
        <p:spPr/>
        <p:txBody>
          <a:bodyPr/>
          <a:lstStyle/>
          <a:p>
            <a:r>
              <a:t>Experimentation culture as a competitive advantage</a:t>
            </a:r>
          </a:p>
          <a:p>
            <a:r>
              <a:t>Budget alignment with data &amp; AI priorities</a:t>
            </a:r>
          </a:p>
          <a:p>
            <a:r>
              <a:t>Data modernization as foundation for AI readiness</a:t>
            </a:r>
          </a:p>
          <a:p>
            <a:r>
              <a:t>AI maturity — moving from pilots to production</a:t>
            </a:r>
          </a:p>
          <a:p>
            <a:r>
              <a:t>Rise of responsible, production-ready AI at scale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7"/>
          </p:nvPr>
        </p:nvSpPr>
        <p:spPr/>
        <p:txBody>
          <a:bodyPr/>
          <a:lstStyle/>
          <a:p>
            <a:r>
              <a:t>Get in touch</a:t>
            </a:r>
          </a:p>
        </p:txBody>
      </p:sp>
      <p:sp>
        <p:nvSpPr>
          <p:cNvPr id="3" name="Picture Placeholder 2"/>
          <p:cNvSpPr>
            <a:spLocks noGrp="1"/>
          </p:cNvSpPr>
          <p:nvPr>
            <p:ph type="pic" idx="163" sz="quarter"/>
          </p:nvPr>
        </p:nvSpPr>
        <p:spPr/>
      </p:sp>
      <p:sp>
        <p:nvSpPr>
          <p:cNvPr id="4" name="Text Placeholder 3"/>
          <p:cNvSpPr>
            <a:spLocks noGrp="1"/>
          </p:cNvSpPr>
          <p:nvPr>
            <p:ph type="body" idx="106"/>
          </p:nvPr>
        </p:nvSpPr>
        <p:spPr/>
        <p:txBody>
          <a:bodyPr/>
          <a:lstStyle/>
          <a:p>
            <a:r>
              <a:t>xebia.com</a:t>
            </a:r>
          </a:p>
        </p:txBody>
      </p:sp>
      <p:sp>
        <p:nvSpPr>
          <p:cNvPr id="5" name="Text Placeholder 4"/>
          <p:cNvSpPr>
            <a:spLocks noGrp="1"/>
          </p:cNvSpPr>
          <p:nvPr>
            <p:ph type="body" idx="164"/>
          </p:nvPr>
        </p:nvSpPr>
        <p:spPr/>
        <p:txBody>
          <a:bodyPr/>
          <a:lstStyle/>
          <a:p>
            <a:r>
              <a:t>info@xebia.com</a:t>
            </a:r>
          </a:p>
        </p:txBody>
      </p:sp>
      <p:sp>
        <p:nvSpPr>
          <p:cNvPr id="6" name="Title 5"/>
          <p:cNvSpPr>
            <a:spLocks noGrp="1"/>
          </p:cNvSpPr>
          <p:nvPr>
            <p:ph type="title"/>
          </p:nvPr>
        </p:nvSpPr>
        <p:spPr/>
        <p:txBody>
          <a:bodyPr/>
          <a:lstStyle/>
          <a:p>
            <a:r>
              <a:t>Let's Shape</a:t>
            </a:r>
          </a:p>
          <a:p>
            <a:r>
              <a:t>Tomorrow Together</a:t>
            </a:r>
          </a:p>
        </p:txBody>
      </p:sp>
    </p:spTree>
  </p:cSld>
  <p:clrMapOvr>
    <a:masterClrMapping/>
  </p:clrMapOvr>
</p:sld>
</file>

<file path=ppt/theme/theme1.xml><?xml version="1.0" encoding="utf-8"?>
<a:theme xmlns:a="http://schemas.openxmlformats.org/drawingml/2006/main" name="Office Theme">
  <a:themeElements>
    <a:clrScheme name="Xebia Charts">
      <a:dk1>
        <a:srgbClr val="000000"/>
      </a:dk1>
      <a:lt1>
        <a:srgbClr val="FFFFFF"/>
      </a:lt1>
      <a:dk2>
        <a:srgbClr val="6D6D6D"/>
      </a:dk2>
      <a:lt2>
        <a:srgbClr val="B9B2BE"/>
      </a:lt2>
      <a:accent1>
        <a:srgbClr val="611562"/>
      </a:accent1>
      <a:accent2>
        <a:srgbClr val="7B1B7B"/>
      </a:accent2>
      <a:accent3>
        <a:srgbClr val="933793"/>
      </a:accent3>
      <a:accent4>
        <a:srgbClr val="B75EB7"/>
      </a:accent4>
      <a:accent5>
        <a:srgbClr val="C57DC5"/>
      </a:accent5>
      <a:accent6>
        <a:srgbClr val="FBF7F7"/>
      </a:accent6>
      <a:hlink>
        <a:srgbClr val="E330D0"/>
      </a:hlink>
      <a:folHlink>
        <a:srgbClr val="831B8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7B1B7B"/>
        </a:solidFill>
        <a:ln>
          <a:noFill/>
          <a:headEnd type="none" w="med" len="med"/>
          <a:tailEnd type="none" w="med" len="med"/>
        </a:ln>
      </a:spPr>
      <a:bodyPr rtlCol="0" anchor="ctr"/>
      <a:lstStyle>
        <a:defPPr algn="ctr">
          <a:defRPr sz="1400" dirty="0">
            <a:solidFill>
              <a:schemeClr val="bg1"/>
            </a:solidFill>
          </a:defRPr>
        </a:defPPr>
      </a:lstStyle>
      <a:style>
        <a:lnRef idx="2">
          <a:schemeClr val="dk1">
            <a:shade val="15000"/>
          </a:schemeClr>
        </a:lnRef>
        <a:fillRef idx="1">
          <a:schemeClr val="dk1"/>
        </a:fillRef>
        <a:effectRef idx="0">
          <a:schemeClr val="dk1"/>
        </a:effectRef>
        <a:fontRef idx="minor">
          <a:schemeClr val="lt1"/>
        </a:fontRef>
      </a:style>
    </a:spDef>
    <a:txDef>
      <a:spPr>
        <a:noFill/>
      </a:spPr>
      <a:bodyPr wrap="square" rtlCol="0">
        <a:spAutoFit/>
      </a:bodyPr>
      <a:lstStyle>
        <a:defPPr algn="l">
          <a:defRPr dirty="0" err="1" smtClean="0"/>
        </a:defPPr>
      </a:lstStyle>
    </a:txDef>
  </a:objectDefaults>
  <a:extraClrSchemeLst/>
  <a:extLst>
    <a:ext uri="{05A4C25C-085E-4340-85A3-A5531E510DB2}">
      <thm15:themeFamily xmlns:thm15="http://schemas.microsoft.com/office/thememl/2012/main" name="Guidance_PPTX_Read_Only" id="{73168ABA-0173-3543-A032-44D3BC1D1848}" vid="{A1763008-84D1-8A4B-A796-B94888DC5585}"/>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c2c389d-a8da-4423-9130-6bd1b706cb83">
      <Terms xmlns="http://schemas.microsoft.com/office/infopath/2007/PartnerControls"/>
    </lcf76f155ced4ddcb4097134ff3c332f>
    <TaxCatchAll xmlns="5429cfea-3f0d-4981-afe7-a053f7e299d1"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CAD94D79E50A7498B2FD7C91C85E276" ma:contentTypeVersion="13" ma:contentTypeDescription="Create a new document." ma:contentTypeScope="" ma:versionID="ab582bfdec7cdcc9a443a824d6f663ea">
  <xsd:schema xmlns:xsd="http://www.w3.org/2001/XMLSchema" xmlns:xs="http://www.w3.org/2001/XMLSchema" xmlns:p="http://schemas.microsoft.com/office/2006/metadata/properties" xmlns:ns2="ac2c389d-a8da-4423-9130-6bd1b706cb83" xmlns:ns3="5429cfea-3f0d-4981-afe7-a053f7e299d1" targetNamespace="http://schemas.microsoft.com/office/2006/metadata/properties" ma:root="true" ma:fieldsID="efb613ef15d7b0e010ded3bce8586312" ns2:_="" ns3:_="">
    <xsd:import namespace="ac2c389d-a8da-4423-9130-6bd1b706cb83"/>
    <xsd:import namespace="5429cfea-3f0d-4981-afe7-a053f7e299d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lcf76f155ced4ddcb4097134ff3c332f" minOccurs="0"/>
                <xsd:element ref="ns3:TaxCatchAll" minOccurs="0"/>
                <xsd:element ref="ns2:MediaServiceOCR" minOccurs="0"/>
                <xsd:element ref="ns2:MediaLengthInSecond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2c389d-a8da-4423-9130-6bd1b706cb8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28eca5aa-3823-4333-92a0-adf3de86d962"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indexed="true" ma:internalName="MediaServiceLocation" ma:readOnly="true">
      <xsd:simpleType>
        <xsd:restriction base="dms:Text"/>
      </xsd:simpleType>
    </xsd:element>
    <xsd:element name="MediaServiceBillingMetadata" ma:index="2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429cfea-3f0d-4981-afe7-a053f7e299d1"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ea2d4676-6b97-4279-950a-ddc4bb98c9ea}" ma:internalName="TaxCatchAll" ma:showField="CatchAllData" ma:web="5429cfea-3f0d-4981-afe7-a053f7e299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17457F0-C8DA-4B33-9BE8-0EC7353D4EE1}">
  <ds:schemaRefs>
    <ds:schemaRef ds:uri="5429cfea-3f0d-4981-afe7-a053f7e299d1"/>
    <ds:schemaRef ds:uri="ac2c389d-a8da-4423-9130-6bd1b706cb83"/>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0A1CC0A-C044-45CE-B72B-6761C1BA1B2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2c389d-a8da-4423-9130-6bd1b706cb83"/>
    <ds:schemaRef ds:uri="5429cfea-3f0d-4981-afe7-a053f7e299d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745F49F-BC09-451B-8764-970191DA32B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11</TotalTime>
  <Words>2334</Words>
  <Application>Microsoft Macintosh PowerPoint</Application>
  <PresentationFormat>Widescreen</PresentationFormat>
  <Paragraphs>493</Paragraphs>
  <Slides>52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52</vt:i4>
      </vt:variant>
    </vt:vector>
  </HeadingPairs>
  <TitlesOfParts>
    <vt:vector size="58" baseType="lpstr">
      <vt:lpstr>Aptos</vt:lpstr>
      <vt:lpstr>Arial</vt:lpstr>
      <vt:lpstr>Suisse Int'l</vt:lpstr>
      <vt:lpstr>Suisse Int'l Regular</vt:lpstr>
      <vt:lpstr>SuisseIntl-Medium</vt:lpstr>
      <vt:lpstr>Office Theme</vt:lpstr>
      <vt:lpstr>Deck for Download:  Please Don’t Edit or Duplicate</vt:lpstr>
      <vt:lpstr>Presentation Standards &amp; Guidance</vt:lpstr>
      <vt:lpstr>PowerPoint Presentation</vt:lpstr>
      <vt:lpstr>Colors</vt:lpstr>
      <vt:lpstr>Typography</vt:lpstr>
      <vt:lpstr>Shapes</vt:lpstr>
      <vt:lpstr>Shapes</vt:lpstr>
      <vt:lpstr>Icons</vt:lpstr>
      <vt:lpstr>Icons</vt:lpstr>
      <vt:lpstr>Imagery</vt:lpstr>
      <vt:lpstr>Chart</vt:lpstr>
      <vt:lpstr>Chart</vt:lpstr>
      <vt:lpstr>Tables</vt:lpstr>
      <vt:lpstr>Cards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difference between PoC, Prototype and MVP</vt:lpstr>
      <vt:lpstr>Xebia solution framework</vt:lpstr>
      <vt:lpstr>Types of Analytics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PptxGenJS Presentation</dc:subject>
  <dc:creator>Prashant Srivastava</dc:creator>
  <cp:keywords/>
  <dc:description/>
  <cp:lastModifiedBy>Prashant Srivastava</cp:lastModifiedBy>
  <cp:revision>1</cp:revision>
  <dcterms:created xsi:type="dcterms:W3CDTF">2026-02-20T09:56:38Z</dcterms:created>
  <dcterms:modified xsi:type="dcterms:W3CDTF">2026-02-20T10:08:00Z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0x0101004CAD94D79E50A7498B2FD7C91C85E276</vt:lpwstr>
  </property>
  <property fmtid="{D5CDD505-2E9C-101B-9397-08002B2CF9AE}" pid="3" name="MediaServiceImageTags">
    <vt:lpwstr/>
  </property>
</Properties>
</file>